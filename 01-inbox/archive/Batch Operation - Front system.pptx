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147483613" r:id="rId6"/>
    <p:sldId id="2147483611" r:id="rId7"/>
    <p:sldId id="2147483616" r:id="rId8"/>
    <p:sldId id="2147477952" r:id="rId9"/>
  </p:sldIdLst>
  <p:sldSz cx="12188825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7391" userDrawn="1">
          <p15:clr>
            <a:srgbClr val="A4A3A4"/>
          </p15:clr>
        </p15:guide>
        <p15:guide id="5" orient="horz" pos="336" userDrawn="1">
          <p15:clr>
            <a:srgbClr val="A4A3A4"/>
          </p15:clr>
        </p15:guide>
        <p15:guide id="6" orient="horz" pos="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30">
          <p15:clr>
            <a:srgbClr val="A4A3A4"/>
          </p15:clr>
        </p15:guide>
        <p15:guide id="2" pos="345">
          <p15:clr>
            <a:srgbClr val="A4A3A4"/>
          </p15:clr>
        </p15:guide>
        <p15:guide id="3" pos="3972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1F0786-2621-77D0-C458-A5A80CF89B7B}" name="Ezhilarasan Mohan" initials="EM" userId="S::mohanez@MFCGD.COM::88cd68b0-cede-443a-ac53-94d747e8044b" providerId="AD"/>
  <p188:author id="{38ED968D-D9D5-09F0-50E9-BEBA19CEE90A}" name="Balaji Ravi （ラヴィ バラジ）" initials="Bバ" userId="S::ravibal@mfcgd.com::b05af743-fad4-4ca0-b270-65d53d3d9e54" providerId="AD"/>
  <p188:author id="{911971B3-C56C-A464-A07C-01FD794C0633}" name="Prabu Thiagarajan" initials="PT" userId="S::thiagpr@mfcgd.com::5d727a29-46e3-460c-a784-20174f860b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FF99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12BF8-571B-E146-B747-558C0106EAE9}" v="31" dt="2026-06-18T02:13:30.831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7"/>
    <p:restoredTop sz="94589"/>
  </p:normalViewPr>
  <p:slideViewPr>
    <p:cSldViewPr snapToGrid="0">
      <p:cViewPr varScale="1">
        <p:scale>
          <a:sx n="120" d="100"/>
          <a:sy n="120" d="100"/>
        </p:scale>
        <p:origin x="608" y="184"/>
      </p:cViewPr>
      <p:guideLst>
        <p:guide pos="7391"/>
        <p:guide orient="horz" pos="336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330"/>
        <p:guide pos="345"/>
        <p:guide pos="39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ji Ravi （ラヴィ バラジ）" userId="b05af743-fad4-4ca0-b270-65d53d3d9e54" providerId="ADAL" clId="{91A552DD-13B9-5D94-9B86-6A33143CE5AA}"/>
    <pc:docChg chg="undo custSel mod addSld delSld modSld sldOrd delMainMaster modMainMaster">
      <pc:chgData name="Balaji Ravi （ラヴィ バラジ）" userId="b05af743-fad4-4ca0-b270-65d53d3d9e54" providerId="ADAL" clId="{91A552DD-13B9-5D94-9B86-6A33143CE5AA}" dt="2026-06-18T02:17:14.775" v="1521" actId="20577"/>
      <pc:docMkLst>
        <pc:docMk/>
      </pc:docMkLst>
      <pc:sldChg chg="modSp mod ord">
        <pc:chgData name="Balaji Ravi （ラヴィ バラジ）" userId="b05af743-fad4-4ca0-b270-65d53d3d9e54" providerId="ADAL" clId="{91A552DD-13B9-5D94-9B86-6A33143CE5AA}" dt="2026-06-17T01:52:50.131" v="783" actId="20578"/>
        <pc:sldMkLst>
          <pc:docMk/>
          <pc:sldMk cId="4177044315" sldId="256"/>
        </pc:sldMkLst>
        <pc:spChg chg="mod">
          <ac:chgData name="Balaji Ravi （ラヴィ バラジ）" userId="b05af743-fad4-4ca0-b270-65d53d3d9e54" providerId="ADAL" clId="{91A552DD-13B9-5D94-9B86-6A33143CE5AA}" dt="2026-06-17T01:52:18.927" v="753" actId="20577"/>
          <ac:spMkLst>
            <pc:docMk/>
            <pc:sldMk cId="4177044315" sldId="256"/>
            <ac:spMk id="2" creationId="{DA6AF114-45A1-6C52-97C6-920497195087}"/>
          </ac:spMkLst>
        </pc:spChg>
        <pc:spChg chg="mod">
          <ac:chgData name="Balaji Ravi （ラヴィ バラジ）" userId="b05af743-fad4-4ca0-b270-65d53d3d9e54" providerId="ADAL" clId="{91A552DD-13B9-5D94-9B86-6A33143CE5AA}" dt="2026-06-17T01:52:33.810" v="780" actId="20577"/>
          <ac:spMkLst>
            <pc:docMk/>
            <pc:sldMk cId="4177044315" sldId="256"/>
            <ac:spMk id="4" creationId="{3CFCB1ED-776C-16D0-5B4F-F8812970A2D1}"/>
          </ac:spMkLst>
        </pc:spChg>
      </pc:sldChg>
      <pc:sldChg chg="del">
        <pc:chgData name="Balaji Ravi （ラヴィ バラジ）" userId="b05af743-fad4-4ca0-b270-65d53d3d9e54" providerId="ADAL" clId="{91A552DD-13B9-5D94-9B86-6A33143CE5AA}" dt="2026-06-17T02:07:44.663" v="1155" actId="2696"/>
        <pc:sldMkLst>
          <pc:docMk/>
          <pc:sldMk cId="0" sldId="265"/>
        </pc:sldMkLst>
      </pc:sldChg>
      <pc:sldChg chg="del">
        <pc:chgData name="Balaji Ravi （ラヴィ バラジ）" userId="b05af743-fad4-4ca0-b270-65d53d3d9e54" providerId="ADAL" clId="{91A552DD-13B9-5D94-9B86-6A33143CE5AA}" dt="2026-06-17T02:07:38.048" v="1150" actId="2696"/>
        <pc:sldMkLst>
          <pc:docMk/>
          <pc:sldMk cId="0" sldId="266"/>
        </pc:sldMkLst>
      </pc:sldChg>
      <pc:sldChg chg="del">
        <pc:chgData name="Balaji Ravi （ラヴィ バラジ）" userId="b05af743-fad4-4ca0-b270-65d53d3d9e54" providerId="ADAL" clId="{91A552DD-13B9-5D94-9B86-6A33143CE5AA}" dt="2026-06-17T02:07:37.556" v="1149" actId="2696"/>
        <pc:sldMkLst>
          <pc:docMk/>
          <pc:sldMk cId="481041432" sldId="615"/>
        </pc:sldMkLst>
      </pc:sldChg>
      <pc:sldChg chg="del">
        <pc:chgData name="Balaji Ravi （ラヴィ バラジ）" userId="b05af743-fad4-4ca0-b270-65d53d3d9e54" providerId="ADAL" clId="{91A552DD-13B9-5D94-9B86-6A33143CE5AA}" dt="2026-06-17T02:07:34.884" v="1142" actId="2696"/>
        <pc:sldMkLst>
          <pc:docMk/>
          <pc:sldMk cId="3340949461" sldId="625"/>
        </pc:sldMkLst>
      </pc:sldChg>
      <pc:sldChg chg="del">
        <pc:chgData name="Balaji Ravi （ラヴィ バラジ）" userId="b05af743-fad4-4ca0-b270-65d53d3d9e54" providerId="ADAL" clId="{91A552DD-13B9-5D94-9B86-6A33143CE5AA}" dt="2026-06-17T02:07:37.104" v="1148" actId="2696"/>
        <pc:sldMkLst>
          <pc:docMk/>
          <pc:sldMk cId="2287120790" sldId="629"/>
        </pc:sldMkLst>
      </pc:sldChg>
      <pc:sldChg chg="del">
        <pc:chgData name="Balaji Ravi （ラヴィ バラジ）" userId="b05af743-fad4-4ca0-b270-65d53d3d9e54" providerId="ADAL" clId="{91A552DD-13B9-5D94-9B86-6A33143CE5AA}" dt="2026-06-17T01:09:32.538" v="4" actId="2696"/>
        <pc:sldMkLst>
          <pc:docMk/>
          <pc:sldMk cId="4138113575" sldId="2147477931"/>
        </pc:sldMkLst>
      </pc:sldChg>
      <pc:sldChg chg="del">
        <pc:chgData name="Balaji Ravi （ラヴィ バラジ）" userId="b05af743-fad4-4ca0-b270-65d53d3d9e54" providerId="ADAL" clId="{91A552DD-13B9-5D94-9B86-6A33143CE5AA}" dt="2026-06-17T02:07:34.491" v="1141" actId="2696"/>
        <pc:sldMkLst>
          <pc:docMk/>
          <pc:sldMk cId="1897831179" sldId="2147480521"/>
        </pc:sldMkLst>
      </pc:sldChg>
      <pc:sldChg chg="del">
        <pc:chgData name="Balaji Ravi （ラヴィ バラジ）" userId="b05af743-fad4-4ca0-b270-65d53d3d9e54" providerId="ADAL" clId="{91A552DD-13B9-5D94-9B86-6A33143CE5AA}" dt="2026-06-17T02:07:43.917" v="1154" actId="2696"/>
        <pc:sldMkLst>
          <pc:docMk/>
          <pc:sldMk cId="3220199665" sldId="2147480523"/>
        </pc:sldMkLst>
      </pc:sldChg>
      <pc:sldChg chg="del">
        <pc:chgData name="Balaji Ravi （ラヴィ バラジ）" userId="b05af743-fad4-4ca0-b270-65d53d3d9e54" providerId="ADAL" clId="{91A552DD-13B9-5D94-9B86-6A33143CE5AA}" dt="2026-06-17T02:07:45.034" v="1157" actId="2696"/>
        <pc:sldMkLst>
          <pc:docMk/>
          <pc:sldMk cId="600280304" sldId="2147480525"/>
        </pc:sldMkLst>
      </pc:sldChg>
      <pc:sldChg chg="del">
        <pc:chgData name="Balaji Ravi （ラヴィ バラジ）" userId="b05af743-fad4-4ca0-b270-65d53d3d9e54" providerId="ADAL" clId="{91A552DD-13B9-5D94-9B86-6A33143CE5AA}" dt="2026-06-17T02:07:45.968" v="1159" actId="2696"/>
        <pc:sldMkLst>
          <pc:docMk/>
          <pc:sldMk cId="723274989" sldId="2147480526"/>
        </pc:sldMkLst>
      </pc:sldChg>
      <pc:sldChg chg="del">
        <pc:chgData name="Balaji Ravi （ラヴィ バラジ）" userId="b05af743-fad4-4ca0-b270-65d53d3d9e54" providerId="ADAL" clId="{91A552DD-13B9-5D94-9B86-6A33143CE5AA}" dt="2026-06-17T02:07:45.498" v="1158" actId="2696"/>
        <pc:sldMkLst>
          <pc:docMk/>
          <pc:sldMk cId="408689252" sldId="2147480527"/>
        </pc:sldMkLst>
      </pc:sldChg>
      <pc:sldChg chg="del">
        <pc:chgData name="Balaji Ravi （ラヴィ バラジ）" userId="b05af743-fad4-4ca0-b270-65d53d3d9e54" providerId="ADAL" clId="{91A552DD-13B9-5D94-9B86-6A33143CE5AA}" dt="2026-06-17T02:07:35.302" v="1143" actId="2696"/>
        <pc:sldMkLst>
          <pc:docMk/>
          <pc:sldMk cId="2974854532" sldId="2147480528"/>
        </pc:sldMkLst>
      </pc:sldChg>
      <pc:sldChg chg="del">
        <pc:chgData name="Balaji Ravi （ラヴィ バラジ）" userId="b05af743-fad4-4ca0-b270-65d53d3d9e54" providerId="ADAL" clId="{91A552DD-13B9-5D94-9B86-6A33143CE5AA}" dt="2026-06-17T02:07:38.554" v="1151" actId="2696"/>
        <pc:sldMkLst>
          <pc:docMk/>
          <pc:sldMk cId="2529130516" sldId="2147480529"/>
        </pc:sldMkLst>
      </pc:sldChg>
      <pc:sldChg chg="del">
        <pc:chgData name="Balaji Ravi （ラヴィ バラジ）" userId="b05af743-fad4-4ca0-b270-65d53d3d9e54" providerId="ADAL" clId="{91A552DD-13B9-5D94-9B86-6A33143CE5AA}" dt="2026-06-17T02:07:39.039" v="1152" actId="2696"/>
        <pc:sldMkLst>
          <pc:docMk/>
          <pc:sldMk cId="2789054688" sldId="2147480530"/>
        </pc:sldMkLst>
      </pc:sldChg>
      <pc:sldChg chg="del">
        <pc:chgData name="Balaji Ravi （ラヴィ バラジ）" userId="b05af743-fad4-4ca0-b270-65d53d3d9e54" providerId="ADAL" clId="{91A552DD-13B9-5D94-9B86-6A33143CE5AA}" dt="2026-06-17T02:07:39.534" v="1153" actId="2696"/>
        <pc:sldMkLst>
          <pc:docMk/>
          <pc:sldMk cId="2599717387" sldId="2147480531"/>
        </pc:sldMkLst>
      </pc:sldChg>
      <pc:sldChg chg="del">
        <pc:chgData name="Balaji Ravi （ラヴィ バラジ）" userId="b05af743-fad4-4ca0-b270-65d53d3d9e54" providerId="ADAL" clId="{91A552DD-13B9-5D94-9B86-6A33143CE5AA}" dt="2026-06-17T02:07:33.665" v="1139" actId="2696"/>
        <pc:sldMkLst>
          <pc:docMk/>
          <pc:sldMk cId="270156855" sldId="2147480532"/>
        </pc:sldMkLst>
      </pc:sldChg>
      <pc:sldChg chg="del">
        <pc:chgData name="Balaji Ravi （ラヴィ バラジ）" userId="b05af743-fad4-4ca0-b270-65d53d3d9e54" providerId="ADAL" clId="{91A552DD-13B9-5D94-9B86-6A33143CE5AA}" dt="2026-06-17T02:07:34.087" v="1140" actId="2696"/>
        <pc:sldMkLst>
          <pc:docMk/>
          <pc:sldMk cId="3826984723" sldId="2147480533"/>
        </pc:sldMkLst>
      </pc:sldChg>
      <pc:sldChg chg="del">
        <pc:chgData name="Balaji Ravi （ラヴィ バラジ）" userId="b05af743-fad4-4ca0-b270-65d53d3d9e54" providerId="ADAL" clId="{91A552DD-13B9-5D94-9B86-6A33143CE5AA}" dt="2026-06-17T02:07:36.198" v="1145" actId="2696"/>
        <pc:sldMkLst>
          <pc:docMk/>
          <pc:sldMk cId="1472424481" sldId="2147483608"/>
        </pc:sldMkLst>
      </pc:sldChg>
      <pc:sldChg chg="del">
        <pc:chgData name="Balaji Ravi （ラヴィ バラジ）" userId="b05af743-fad4-4ca0-b270-65d53d3d9e54" providerId="ADAL" clId="{91A552DD-13B9-5D94-9B86-6A33143CE5AA}" dt="2026-06-17T02:07:35.778" v="1144" actId="2696"/>
        <pc:sldMkLst>
          <pc:docMk/>
          <pc:sldMk cId="3236936724" sldId="2147483610"/>
        </pc:sldMkLst>
      </pc:sldChg>
      <pc:sldChg chg="addSp delSp modSp add del mod ord">
        <pc:chgData name="Balaji Ravi （ラヴィ バラジ）" userId="b05af743-fad4-4ca0-b270-65d53d3d9e54" providerId="ADAL" clId="{91A552DD-13B9-5D94-9B86-6A33143CE5AA}" dt="2026-06-18T02:13:02.951" v="1292" actId="2696"/>
        <pc:sldMkLst>
          <pc:docMk/>
          <pc:sldMk cId="2449091508" sldId="2147483611"/>
        </pc:sldMkLst>
        <pc:spChg chg="mod">
          <ac:chgData name="Balaji Ravi （ラヴィ バラジ）" userId="b05af743-fad4-4ca0-b270-65d53d3d9e54" providerId="ADAL" clId="{91A552DD-13B9-5D94-9B86-6A33143CE5AA}" dt="2026-06-17T01:45:55.620" v="640" actId="2710"/>
          <ac:spMkLst>
            <pc:docMk/>
            <pc:sldMk cId="2449091508" sldId="2147483611"/>
            <ac:spMk id="6" creationId="{239B5618-67F9-50F8-D52F-A951498B67D1}"/>
          </ac:spMkLst>
        </pc:spChg>
        <pc:spChg chg="add del">
          <ac:chgData name="Balaji Ravi （ラヴィ バラジ）" userId="b05af743-fad4-4ca0-b270-65d53d3d9e54" providerId="ADAL" clId="{91A552DD-13B9-5D94-9B86-6A33143CE5AA}" dt="2026-06-17T01:59:57.581" v="789" actId="478"/>
          <ac:spMkLst>
            <pc:docMk/>
            <pc:sldMk cId="2449091508" sldId="2147483611"/>
            <ac:spMk id="9" creationId="{8FB91B2C-D0A0-DA4C-FEA0-F4D45423C2B4}"/>
          </ac:spMkLst>
        </pc:spChg>
        <pc:graphicFrameChg chg="add mod modGraphic">
          <ac:chgData name="Balaji Ravi （ラヴィ バラジ）" userId="b05af743-fad4-4ca0-b270-65d53d3d9e54" providerId="ADAL" clId="{91A552DD-13B9-5D94-9B86-6A33143CE5AA}" dt="2026-06-17T01:53:14.986" v="785" actId="113"/>
          <ac:graphicFrameMkLst>
            <pc:docMk/>
            <pc:sldMk cId="2449091508" sldId="2147483611"/>
            <ac:graphicFrameMk id="2" creationId="{E7ED98B2-5CFB-30AA-7E7F-A901DED015D5}"/>
          </ac:graphicFrameMkLst>
        </pc:graphicFrameChg>
        <pc:graphicFrameChg chg="add del mod modGraphic">
          <ac:chgData name="Balaji Ravi （ラヴィ バラジ）" userId="b05af743-fad4-4ca0-b270-65d53d3d9e54" providerId="ADAL" clId="{91A552DD-13B9-5D94-9B86-6A33143CE5AA}" dt="2026-06-17T01:30:45.023" v="578" actId="478"/>
          <ac:graphicFrameMkLst>
            <pc:docMk/>
            <pc:sldMk cId="2449091508" sldId="2147483611"/>
            <ac:graphicFrameMk id="3" creationId="{B03DBE62-3331-4071-191A-6DCBA63CEA88}"/>
          </ac:graphicFrameMkLst>
        </pc:graphicFrameChg>
        <pc:graphicFrameChg chg="add mod modGraphic">
          <ac:chgData name="Balaji Ravi （ラヴィ バラジ）" userId="b05af743-fad4-4ca0-b270-65d53d3d9e54" providerId="ADAL" clId="{91A552DD-13B9-5D94-9B86-6A33143CE5AA}" dt="2026-06-17T01:53:24.669" v="787" actId="113"/>
          <ac:graphicFrameMkLst>
            <pc:docMk/>
            <pc:sldMk cId="2449091508" sldId="2147483611"/>
            <ac:graphicFrameMk id="4" creationId="{177361FE-0631-7610-C61D-88F18FBD4B97}"/>
          </ac:graphicFrameMkLst>
        </pc:graphicFrameChg>
        <pc:graphicFrameChg chg="del">
          <ac:chgData name="Balaji Ravi （ラヴィ バラジ）" userId="b05af743-fad4-4ca0-b270-65d53d3d9e54" providerId="ADAL" clId="{91A552DD-13B9-5D94-9B86-6A33143CE5AA}" dt="2026-06-17T01:27:36.912" v="527" actId="478"/>
          <ac:graphicFrameMkLst>
            <pc:docMk/>
            <pc:sldMk cId="2449091508" sldId="2147483611"/>
            <ac:graphicFrameMk id="7" creationId="{575E41CC-3D0E-B3CA-B481-25FFC551F394}"/>
          </ac:graphicFrameMkLst>
        </pc:graphicFrameChg>
      </pc:sldChg>
      <pc:sldChg chg="modSp del">
        <pc:chgData name="Balaji Ravi （ラヴィ バラジ）" userId="b05af743-fad4-4ca0-b270-65d53d3d9e54" providerId="ADAL" clId="{91A552DD-13B9-5D94-9B86-6A33143CE5AA}" dt="2026-06-17T02:07:36.612" v="1147" actId="2696"/>
        <pc:sldMkLst>
          <pc:docMk/>
          <pc:sldMk cId="202187870" sldId="2147483612"/>
        </pc:sldMkLst>
        <pc:graphicFrameChg chg="mod">
          <ac:chgData name="Balaji Ravi （ラヴィ バラジ）" userId="b05af743-fad4-4ca0-b270-65d53d3d9e54" providerId="ADAL" clId="{91A552DD-13B9-5D94-9B86-6A33143CE5AA}" dt="2026-06-17T02:07:36.198" v="1146"/>
          <ac:graphicFrameMkLst>
            <pc:docMk/>
            <pc:sldMk cId="202187870" sldId="2147483612"/>
            <ac:graphicFrameMk id="6" creationId="{99198502-9AB8-CC81-30AB-2796539FB883}"/>
          </ac:graphicFrameMkLst>
        </pc:graphicFrameChg>
      </pc:sldChg>
      <pc:sldChg chg="addSp delSp modSp new add del mod ord">
        <pc:chgData name="Balaji Ravi （ラヴィ バラジ）" userId="b05af743-fad4-4ca0-b270-65d53d3d9e54" providerId="ADAL" clId="{91A552DD-13B9-5D94-9B86-6A33143CE5AA}" dt="2026-06-18T02:14:47.755" v="1500" actId="20577"/>
        <pc:sldMkLst>
          <pc:docMk/>
          <pc:sldMk cId="1282327992" sldId="2147483613"/>
        </pc:sldMkLst>
        <pc:spChg chg="del">
          <ac:chgData name="Balaji Ravi （ラヴィ バラジ）" userId="b05af743-fad4-4ca0-b270-65d53d3d9e54" providerId="ADAL" clId="{91A552DD-13B9-5D94-9B86-6A33143CE5AA}" dt="2026-06-17T01:20:48.186" v="285" actId="478"/>
          <ac:spMkLst>
            <pc:docMk/>
            <pc:sldMk cId="1282327992" sldId="2147483613"/>
            <ac:spMk id="2" creationId="{868A29A5-A5FF-768B-0A3A-66C7CCED4CB0}"/>
          </ac:spMkLst>
        </pc:spChg>
        <pc:spChg chg="mod">
          <ac:chgData name="Balaji Ravi （ラヴィ バラジ）" userId="b05af743-fad4-4ca0-b270-65d53d3d9e54" providerId="ADAL" clId="{91A552DD-13B9-5D94-9B86-6A33143CE5AA}" dt="2026-06-17T01:23:01.290" v="293" actId="1076"/>
          <ac:spMkLst>
            <pc:docMk/>
            <pc:sldMk cId="1282327992" sldId="2147483613"/>
            <ac:spMk id="3" creationId="{A429CED5-7CF5-8678-E728-085FD3EACCCD}"/>
          </ac:spMkLst>
        </pc:spChg>
        <pc:spChg chg="mod">
          <ac:chgData name="Balaji Ravi （ラヴィ バラジ）" userId="b05af743-fad4-4ca0-b270-65d53d3d9e54" providerId="ADAL" clId="{91A552DD-13B9-5D94-9B86-6A33143CE5AA}" dt="2026-06-17T01:27:03.216" v="523" actId="20577"/>
          <ac:spMkLst>
            <pc:docMk/>
            <pc:sldMk cId="1282327992" sldId="2147483613"/>
            <ac:spMk id="4" creationId="{1C651979-970C-D7CC-AEBC-9D8C77D78DCF}"/>
          </ac:spMkLst>
        </pc:spChg>
        <pc:spChg chg="mod">
          <ac:chgData name="Balaji Ravi （ラヴィ バラジ）" userId="b05af743-fad4-4ca0-b270-65d53d3d9e54" providerId="ADAL" clId="{91A552DD-13B9-5D94-9B86-6A33143CE5AA}" dt="2026-06-18T02:10:14.119" v="1286" actId="1076"/>
          <ac:spMkLst>
            <pc:docMk/>
            <pc:sldMk cId="1282327992" sldId="2147483613"/>
            <ac:spMk id="6" creationId="{8878C4F4-1846-8652-86C0-B5EC46FFF9BE}"/>
          </ac:spMkLst>
        </pc:spChg>
        <pc:spChg chg="add mod">
          <ac:chgData name="Balaji Ravi （ラヴィ バラジ）" userId="b05af743-fad4-4ca0-b270-65d53d3d9e54" providerId="ADAL" clId="{91A552DD-13B9-5D94-9B86-6A33143CE5AA}" dt="2026-06-18T02:14:47.755" v="1500" actId="20577"/>
          <ac:spMkLst>
            <pc:docMk/>
            <pc:sldMk cId="1282327992" sldId="2147483613"/>
            <ac:spMk id="7" creationId="{92AFB762-AF30-3A81-0FA3-E64E82E7E1F2}"/>
          </ac:spMkLst>
        </pc:spChg>
      </pc:sldChg>
      <pc:sldChg chg="modSp new del">
        <pc:chgData name="Balaji Ravi （ラヴィ バラジ）" userId="b05af743-fad4-4ca0-b270-65d53d3d9e54" providerId="ADAL" clId="{91A552DD-13B9-5D94-9B86-6A33143CE5AA}" dt="2026-06-17T02:07:32.976" v="1138" actId="2696"/>
        <pc:sldMkLst>
          <pc:docMk/>
          <pc:sldMk cId="3696469281" sldId="2147483614"/>
        </pc:sldMkLst>
        <pc:spChg chg="mod">
          <ac:chgData name="Balaji Ravi （ラヴィ バラジ）" userId="b05af743-fad4-4ca0-b270-65d53d3d9e54" providerId="ADAL" clId="{91A552DD-13B9-5D94-9B86-6A33143CE5AA}" dt="2026-06-17T01:22:44.387" v="291"/>
          <ac:spMkLst>
            <pc:docMk/>
            <pc:sldMk cId="3696469281" sldId="2147483614"/>
            <ac:spMk id="6" creationId="{54333C42-4791-9DC3-9F99-124EE4F695A6}"/>
          </ac:spMkLst>
        </pc:spChg>
      </pc:sldChg>
      <pc:sldChg chg="addSp delSp modSp add del mod ord">
        <pc:chgData name="Balaji Ravi （ラヴィ バラジ）" userId="b05af743-fad4-4ca0-b270-65d53d3d9e54" providerId="ADAL" clId="{91A552DD-13B9-5D94-9B86-6A33143CE5AA}" dt="2026-06-18T02:11:09.198" v="1287" actId="2696"/>
        <pc:sldMkLst>
          <pc:docMk/>
          <pc:sldMk cId="2375728004" sldId="2147483615"/>
        </pc:sldMkLst>
        <pc:spChg chg="mod">
          <ac:chgData name="Balaji Ravi （ラヴィ バラジ）" userId="b05af743-fad4-4ca0-b270-65d53d3d9e54" providerId="ADAL" clId="{91A552DD-13B9-5D94-9B86-6A33143CE5AA}" dt="2026-06-17T01:48:33.778" v="653" actId="2710"/>
          <ac:spMkLst>
            <pc:docMk/>
            <pc:sldMk cId="2375728004" sldId="2147483615"/>
            <ac:spMk id="6" creationId="{81A10392-CC14-1521-CC92-EC36936A63C4}"/>
          </ac:spMkLst>
        </pc:spChg>
        <pc:graphicFrameChg chg="del modGraphic">
          <ac:chgData name="Balaji Ravi （ラヴィ バラジ）" userId="b05af743-fad4-4ca0-b270-65d53d3d9e54" providerId="ADAL" clId="{91A552DD-13B9-5D94-9B86-6A33143CE5AA}" dt="2026-06-17T01:48:00.806" v="647" actId="478"/>
          <ac:graphicFrameMkLst>
            <pc:docMk/>
            <pc:sldMk cId="2375728004" sldId="2147483615"/>
            <ac:graphicFrameMk id="2" creationId="{31951C9C-3CE0-5988-AD6C-97E711E1BF04}"/>
          </ac:graphicFrameMkLst>
        </pc:graphicFrameChg>
        <pc:graphicFrameChg chg="add mod modGraphic">
          <ac:chgData name="Balaji Ravi （ラヴィ バラジ）" userId="b05af743-fad4-4ca0-b270-65d53d3d9e54" providerId="ADAL" clId="{91A552DD-13B9-5D94-9B86-6A33143CE5AA}" dt="2026-06-17T06:02:43.683" v="1234" actId="20577"/>
          <ac:graphicFrameMkLst>
            <pc:docMk/>
            <pc:sldMk cId="2375728004" sldId="2147483615"/>
            <ac:graphicFrameMk id="3" creationId="{89609115-C991-46FC-A960-EC7A72751D01}"/>
          </ac:graphicFrameMkLst>
        </pc:graphicFrameChg>
        <pc:graphicFrameChg chg="del">
          <ac:chgData name="Balaji Ravi （ラヴィ バラジ）" userId="b05af743-fad4-4ca0-b270-65d53d3d9e54" providerId="ADAL" clId="{91A552DD-13B9-5D94-9B86-6A33143CE5AA}" dt="2026-06-17T01:48:02.870" v="648" actId="478"/>
          <ac:graphicFrameMkLst>
            <pc:docMk/>
            <pc:sldMk cId="2375728004" sldId="2147483615"/>
            <ac:graphicFrameMk id="4" creationId="{DA3F71B6-0B70-FF49-1A47-03E766169D95}"/>
          </ac:graphicFrameMkLst>
        </pc:graphicFrameChg>
      </pc:sldChg>
      <pc:sldChg chg="modSp add del mod">
        <pc:chgData name="Balaji Ravi （ラヴィ バラジ）" userId="b05af743-fad4-4ca0-b270-65d53d3d9e54" providerId="ADAL" clId="{91A552DD-13B9-5D94-9B86-6A33143CE5AA}" dt="2026-06-18T02:17:14.775" v="1521" actId="20577"/>
        <pc:sldMkLst>
          <pc:docMk/>
          <pc:sldMk cId="815037842" sldId="2147483616"/>
        </pc:sldMkLst>
        <pc:spChg chg="mod">
          <ac:chgData name="Balaji Ravi （ラヴィ バラジ）" userId="b05af743-fad4-4ca0-b270-65d53d3d9e54" providerId="ADAL" clId="{91A552DD-13B9-5D94-9B86-6A33143CE5AA}" dt="2026-06-17T02:07:27.859" v="1137" actId="20577"/>
          <ac:spMkLst>
            <pc:docMk/>
            <pc:sldMk cId="815037842" sldId="2147483616"/>
            <ac:spMk id="6" creationId="{85901C13-BF53-6DB0-879C-5C081999F8CC}"/>
          </ac:spMkLst>
        </pc:spChg>
        <pc:graphicFrameChg chg="mod modGraphic">
          <ac:chgData name="Balaji Ravi （ラヴィ バラジ）" userId="b05af743-fad4-4ca0-b270-65d53d3d9e54" providerId="ADAL" clId="{91A552DD-13B9-5D94-9B86-6A33143CE5AA}" dt="2026-06-18T02:17:14.775" v="1521" actId="20577"/>
          <ac:graphicFrameMkLst>
            <pc:docMk/>
            <pc:sldMk cId="815037842" sldId="2147483616"/>
            <ac:graphicFrameMk id="2" creationId="{2B6CBD71-5D72-41F2-AFAE-B236AE2F163F}"/>
          </ac:graphicFrameMkLst>
        </pc:graphicFrameChg>
        <pc:graphicFrameChg chg="mod modGraphic">
          <ac:chgData name="Balaji Ravi （ラヴィ バラジ）" userId="b05af743-fad4-4ca0-b270-65d53d3d9e54" providerId="ADAL" clId="{91A552DD-13B9-5D94-9B86-6A33143CE5AA}" dt="2026-06-17T02:10:00.670" v="1171" actId="20577"/>
          <ac:graphicFrameMkLst>
            <pc:docMk/>
            <pc:sldMk cId="815037842" sldId="2147483616"/>
            <ac:graphicFrameMk id="4" creationId="{822F183C-735F-26F2-123B-CC746509EACD}"/>
          </ac:graphicFrameMkLst>
        </pc:graphicFrameChg>
      </pc:sldChg>
      <pc:sldMasterChg chg="modSp mod">
        <pc:chgData name="Balaji Ravi （ラヴィ バラジ）" userId="b05af743-fad4-4ca0-b270-65d53d3d9e54" providerId="ADAL" clId="{91A552DD-13B9-5D94-9B86-6A33143CE5AA}" dt="2026-06-17T01:09:13.899" v="0" actId="33475"/>
        <pc:sldMasterMkLst>
          <pc:docMk/>
          <pc:sldMasterMk cId="3828481397" sldId="2147483648"/>
        </pc:sldMasterMkLst>
        <pc:spChg chg="mod">
          <ac:chgData name="Balaji Ravi （ラヴィ バラジ）" userId="b05af743-fad4-4ca0-b270-65d53d3d9e54" providerId="ADAL" clId="{91A552DD-13B9-5D94-9B86-6A33143CE5AA}" dt="2026-06-17T01:09:13.899" v="0" actId="33475"/>
          <ac:spMkLst>
            <pc:docMk/>
            <pc:sldMasterMk cId="3828481397" sldId="2147483648"/>
            <ac:spMk id="8" creationId="{5CFFC16B-883E-4A5B-4F57-3DF264833867}"/>
          </ac:spMkLst>
        </pc:spChg>
      </pc:sldMasterChg>
      <pc:sldMasterChg chg="modSp del mod">
        <pc:chgData name="Balaji Ravi （ラヴィ バラジ）" userId="b05af743-fad4-4ca0-b270-65d53d3d9e54" providerId="ADAL" clId="{91A552DD-13B9-5D94-9B86-6A33143CE5AA}" dt="2026-06-17T02:07:44.669" v="1156" actId="2696"/>
        <pc:sldMasterMkLst>
          <pc:docMk/>
          <pc:sldMasterMk cId="221003633" sldId="2147483709"/>
        </pc:sldMasterMkLst>
        <pc:spChg chg="mod">
          <ac:chgData name="Balaji Ravi （ラヴィ バラジ）" userId="b05af743-fad4-4ca0-b270-65d53d3d9e54" providerId="ADAL" clId="{91A552DD-13B9-5D94-9B86-6A33143CE5AA}" dt="2026-06-17T01:09:13.899" v="0" actId="33475"/>
          <ac:spMkLst>
            <pc:docMk/>
            <pc:sldMasterMk cId="221003633" sldId="2147483709"/>
            <ac:spMk id="8" creationId="{869EAF2A-8CAE-5EBE-E7B9-99C1094502E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5FD6-6E8E-4481-9C29-1B483B424A57}" type="slidenum">
              <a:rPr sz="1400"/>
              <a:t>‹#›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7229534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319088"/>
            <a:ext cx="5761037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513" y="3718559"/>
            <a:ext cx="5764213" cy="49580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4FF0573C-F130-4D1E-A886-85FBB65D3A1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63378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749808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033272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316736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9FD9-D925-45D9-A7DA-662A6E696E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5613" y="737668"/>
            <a:ext cx="7321061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/>
            </a:lvl1pPr>
          </a:lstStyle>
          <a:p>
            <a:r>
              <a:rPr lang="en-CA" noProof="0"/>
              <a:t>Title of </a:t>
            </a:r>
            <a:br>
              <a:rPr lang="en-CA" noProof="0"/>
            </a:br>
            <a:r>
              <a:rPr lang="en-CA" noProof="0"/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218ED-EAF3-4B2E-B594-07CC7613C3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5612" y="4789255"/>
            <a:ext cx="732106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063" indent="0" algn="r">
              <a:buNone/>
              <a:defRPr sz="1200">
                <a:solidFill>
                  <a:schemeClr val="tx1"/>
                </a:solidFill>
              </a:defRPr>
            </a:lvl2pPr>
            <a:lvl3pPr marL="914126" indent="0" algn="r">
              <a:buNone/>
              <a:defRPr sz="1200">
                <a:solidFill>
                  <a:schemeClr val="tx1"/>
                </a:solidFill>
              </a:defRPr>
            </a:lvl3pPr>
            <a:lvl4pPr marL="1371189" indent="0" algn="r">
              <a:buNone/>
              <a:defRPr sz="1200">
                <a:solidFill>
                  <a:schemeClr val="tx1"/>
                </a:solidFill>
              </a:defRPr>
            </a:lvl4pPr>
            <a:lvl5pPr marL="1828251" indent="0" algn="r">
              <a:buNone/>
              <a:defRPr sz="1200">
                <a:solidFill>
                  <a:schemeClr val="tx1"/>
                </a:solidFill>
              </a:defRPr>
            </a:lvl5pPr>
            <a:lvl6pPr marL="2285314" indent="0" algn="r">
              <a:buNone/>
              <a:defRPr sz="1200">
                <a:solidFill>
                  <a:schemeClr val="tx1"/>
                </a:solidFill>
              </a:defRPr>
            </a:lvl6pPr>
            <a:lvl7pPr marL="2742377" indent="0" algn="r">
              <a:buNone/>
              <a:defRPr sz="1200">
                <a:solidFill>
                  <a:schemeClr val="tx1"/>
                </a:solidFill>
              </a:defRPr>
            </a:lvl7pPr>
            <a:lvl8pPr marL="3199440" indent="0" algn="r">
              <a:buNone/>
              <a:defRPr sz="1200">
                <a:solidFill>
                  <a:schemeClr val="tx1"/>
                </a:solidFill>
              </a:defRPr>
            </a:lvl8pPr>
            <a:lvl9pPr marL="3656503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/>
              <a:t>Presenter Full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E835-F42F-4EB7-9CF0-61AE2C50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fld id="{ED3FA57E-F3C9-4422-B7DF-F56B8E1A49EB}" type="datetime4">
              <a:rPr lang="en-CA" noProof="0" smtClean="0"/>
              <a:t>June 17, 2026</a:t>
            </a:fld>
            <a:endParaRPr lang="en-CA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A3F65-764D-4A7E-A10B-5BE34488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67EB5-B07A-46BB-AD80-255361B7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9" name="Picture 8" descr="A close-up of a paint brush&#10;&#10;Description automatically generated">
            <a:extLst>
              <a:ext uri="{FF2B5EF4-FFF2-40B4-BE49-F238E27FC236}">
                <a16:creationId xmlns:a16="http://schemas.microsoft.com/office/drawing/2014/main" id="{2FD95EE5-7E3B-F3CF-B734-6E62A438DE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4009" y="0"/>
            <a:ext cx="5004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00AC8BC0-4B7F-45B2-9F9D-C2C3E01E876C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934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5614" y="554780"/>
            <a:ext cx="7321060" cy="3036177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baseline="0"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Title of </a:t>
            </a:r>
            <a:br>
              <a:rPr lang="en-CA" noProof="0"/>
            </a:br>
            <a:r>
              <a:rPr lang="en-CA" noProof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4789255"/>
            <a:ext cx="7321061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400" b="0" baseline="0">
                <a:solidFill>
                  <a:schemeClr val="tx1"/>
                </a:solidFill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/>
              <a:t>Presenter Full Name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455613" y="5459994"/>
            <a:ext cx="732106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EE08E108-527B-4B52-98A7-35210C16A695}" type="datetime4">
              <a:rPr lang="en-CA" noProof="0" smtClean="0"/>
              <a:t>June 17, 2026</a:t>
            </a:fld>
            <a:endParaRPr lang="en-CA" noProof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55613" y="7010400"/>
            <a:ext cx="11280656" cy="45719"/>
          </a:xfrm>
        </p:spPr>
        <p:txBody>
          <a:bodyPr/>
          <a:lstStyle/>
          <a:p>
            <a:endParaRPr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11740895" y="7010398"/>
            <a:ext cx="447930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051F6-97A8-498B-82C1-AD3B802194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5613" y="3773690"/>
            <a:ext cx="7321061" cy="749823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984" indent="0">
              <a:buNone/>
              <a:defRPr>
                <a:solidFill>
                  <a:schemeClr val="bg1"/>
                </a:solidFill>
              </a:defRPr>
            </a:lvl4pPr>
            <a:lvl5pPr marL="138074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CA" noProof="0"/>
              <a:t>Subtitle of presentation goes here</a:t>
            </a:r>
          </a:p>
        </p:txBody>
      </p:sp>
      <p:pic>
        <p:nvPicPr>
          <p:cNvPr id="6" name="Picture 5" descr="A close-up of a paint brush&#10;&#10;Description automatically generated">
            <a:extLst>
              <a:ext uri="{FF2B5EF4-FFF2-40B4-BE49-F238E27FC236}">
                <a16:creationId xmlns:a16="http://schemas.microsoft.com/office/drawing/2014/main" id="{89869C35-8464-144B-6550-F8CFE2B281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009" y="0"/>
            <a:ext cx="5004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9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34190"/>
            <a:ext cx="11274552" cy="458484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A2E7EEF7-2239-440B-8A6E-F3B93774E491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E9F8E0-BCC7-4049-9B66-CBD41765F7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9088" y="6168123"/>
            <a:ext cx="8925316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79338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32F7-6B32-4C34-AD3E-BF597CA11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343" y="472437"/>
            <a:ext cx="8935565" cy="792167"/>
          </a:xfrm>
        </p:spPr>
        <p:txBody>
          <a:bodyPr/>
          <a:lstStyle>
            <a:lvl1pPr>
              <a:defRPr/>
            </a:lvl1pPr>
          </a:lstStyle>
          <a:p>
            <a:r>
              <a:rPr lang="en-CA" noProof="0"/>
              <a:t>Agenda 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4783F-45F3-432B-A08E-B5187165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  <a:t>June 17,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4AD97-4B30-4713-8D26-04AAD8A6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1261F-A43F-4893-A9BE-991C000E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9076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5B93E3-EEA6-456D-B67D-D16BEF5255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3" y="1434190"/>
            <a:ext cx="4236689" cy="458484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SzPct val="115000"/>
              <a:defRPr/>
            </a:lvl1pPr>
            <a:lvl2pPr>
              <a:lnSpc>
                <a:spcPct val="100000"/>
              </a:lnSpc>
              <a:spcBef>
                <a:spcPts val="0"/>
              </a:spcBef>
              <a:buSzPct val="115000"/>
              <a:defRPr/>
            </a:lvl2pPr>
            <a:lvl3pPr>
              <a:lnSpc>
                <a:spcPct val="100000"/>
              </a:lnSpc>
              <a:spcBef>
                <a:spcPts val="0"/>
              </a:spcBef>
              <a:buSzPct val="115000"/>
              <a:defRPr/>
            </a:lvl3pPr>
            <a:lvl4pPr>
              <a:lnSpc>
                <a:spcPct val="100000"/>
              </a:lnSpc>
              <a:spcBef>
                <a:spcPts val="0"/>
              </a:spcBef>
              <a:buSzPct val="115000"/>
              <a:defRPr/>
            </a:lvl4pPr>
            <a:lvl5pPr marL="1609344" indent="-228600">
              <a:lnSpc>
                <a:spcPct val="100000"/>
              </a:lnSpc>
              <a:spcBef>
                <a:spcPts val="0"/>
              </a:spcBef>
              <a:buSzPct val="115000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98613" indent="-228600">
              <a:buFont typeface="Arial" panose="020B0604020202020204" pitchFamily="34" charset="0"/>
              <a:buChar char="•"/>
              <a:defRPr sz="1400"/>
            </a:lvl6pPr>
            <a:lvl7pPr>
              <a:lnSpc>
                <a:spcPct val="100000"/>
              </a:lnSpc>
              <a:spcBef>
                <a:spcPts val="0"/>
              </a:spcBef>
              <a:buSzPct val="115000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lnSpc>
                <a:spcPct val="100000"/>
              </a:lnSpc>
              <a:spcBef>
                <a:spcPts val="0"/>
              </a:spcBef>
              <a:buSzPct val="115000"/>
              <a:defRPr/>
            </a:lvl8pPr>
            <a:lvl9pPr>
              <a:lnSpc>
                <a:spcPct val="100000"/>
              </a:lnSpc>
              <a:spcBef>
                <a:spcPts val="0"/>
              </a:spcBef>
              <a:buSzPct val="115000"/>
              <a:defRPr/>
            </a:lvl9pPr>
          </a:lstStyle>
          <a:p>
            <a:pPr lvl="0"/>
            <a:r>
              <a:rPr lang="en-CA" noProof="0"/>
              <a:t>Section headline or item 1</a:t>
            </a:r>
          </a:p>
          <a:p>
            <a:pPr lvl="1"/>
            <a:r>
              <a:rPr lang="en-CA" noProof="0"/>
              <a:t>Item 2</a:t>
            </a:r>
          </a:p>
          <a:p>
            <a:pPr lvl="2"/>
            <a:r>
              <a:rPr lang="en-CA" noProof="0"/>
              <a:t>Item 3</a:t>
            </a:r>
          </a:p>
          <a:p>
            <a:pPr lvl="3"/>
            <a:r>
              <a:rPr lang="en-CA" noProof="0"/>
              <a:t>Item 4</a:t>
            </a:r>
          </a:p>
          <a:p>
            <a:pPr lvl="4"/>
            <a:r>
              <a:rPr lang="en-CA" noProof="0"/>
              <a:t>Item 5</a:t>
            </a:r>
          </a:p>
          <a:p>
            <a:pPr marL="1609344" lvl="6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</a:pPr>
            <a:r>
              <a:rPr lang="en-CA" noProof="0"/>
              <a:t>Item 6</a:t>
            </a:r>
          </a:p>
          <a:p>
            <a:pPr lvl="6"/>
            <a:r>
              <a:rPr lang="en-CA" noProof="0"/>
              <a:t>Item 7</a:t>
            </a:r>
          </a:p>
          <a:p>
            <a:pPr lvl="7"/>
            <a:r>
              <a:rPr lang="en-CA" noProof="0"/>
              <a:t>Item 8</a:t>
            </a:r>
          </a:p>
          <a:p>
            <a:pPr lvl="8"/>
            <a:r>
              <a:rPr lang="en-CA" noProof="0"/>
              <a:t>Item 9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507130D-B493-4337-BB0F-5DB874909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5218" y="1434189"/>
            <a:ext cx="4236689" cy="459426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 marL="1609344" indent="-228600">
              <a:lnSpc>
                <a:spcPct val="100000"/>
              </a:lnSpc>
              <a:spcBef>
                <a:spcPts val="0"/>
              </a:spcBef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98613" indent="-228600">
              <a:buFont typeface="Arial" panose="020B0604020202020204" pitchFamily="34" charset="0"/>
              <a:buChar char="•"/>
              <a:defRPr sz="1400"/>
            </a:lvl6pPr>
            <a:lvl7pPr>
              <a:lnSpc>
                <a:spcPct val="100000"/>
              </a:lnSpc>
              <a:spcBef>
                <a:spcPts val="0"/>
              </a:spcBef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CA" noProof="0"/>
              <a:t>Section headline or item 1</a:t>
            </a:r>
          </a:p>
          <a:p>
            <a:pPr lvl="1"/>
            <a:r>
              <a:rPr lang="en-CA" noProof="0"/>
              <a:t>Item 2</a:t>
            </a:r>
          </a:p>
          <a:p>
            <a:pPr lvl="2"/>
            <a:r>
              <a:rPr lang="en-CA" noProof="0"/>
              <a:t>Item 3</a:t>
            </a:r>
          </a:p>
          <a:p>
            <a:pPr lvl="3"/>
            <a:r>
              <a:rPr lang="en-CA" noProof="0"/>
              <a:t>Item 4</a:t>
            </a:r>
          </a:p>
          <a:p>
            <a:pPr lvl="4"/>
            <a:r>
              <a:rPr lang="en-CA" noProof="0"/>
              <a:t>Item 5</a:t>
            </a:r>
          </a:p>
          <a:p>
            <a:pPr marL="1609344" lvl="6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</a:pPr>
            <a:r>
              <a:rPr lang="en-CA" noProof="0"/>
              <a:t>Item 6</a:t>
            </a:r>
          </a:p>
          <a:p>
            <a:pPr lvl="6"/>
            <a:r>
              <a:rPr lang="en-CA" noProof="0"/>
              <a:t>Item 7</a:t>
            </a:r>
          </a:p>
          <a:p>
            <a:pPr lvl="7"/>
            <a:r>
              <a:rPr lang="en-CA" noProof="0"/>
              <a:t>Item 8</a:t>
            </a:r>
          </a:p>
          <a:p>
            <a:pPr lvl="8"/>
            <a:r>
              <a:rPr lang="en-CA" noProof="0"/>
              <a:t>Item 9</a:t>
            </a:r>
          </a:p>
        </p:txBody>
      </p:sp>
      <p:pic>
        <p:nvPicPr>
          <p:cNvPr id="8" name="Picture 7" descr="A close-up of a paint brush&#10;&#10;Description automatically generated">
            <a:extLst>
              <a:ext uri="{FF2B5EF4-FFF2-40B4-BE49-F238E27FC236}">
                <a16:creationId xmlns:a16="http://schemas.microsoft.com/office/drawing/2014/main" id="{5D83849D-0042-D7F9-9A21-8B533524F0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8297" y="0"/>
            <a:ext cx="27005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6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454965"/>
            <a:ext cx="11274552" cy="455535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516914B5-AEA6-47C1-80F7-C7FD18A22EA2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9DA36B3-22EA-47CB-9DCD-C1A0BC2D23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9088" y="6168123"/>
            <a:ext cx="8925316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</p:spTree>
    <p:extLst>
      <p:ext uri="{BB962C8B-B14F-4D97-AF65-F5344CB8AC3E}">
        <p14:creationId xmlns:p14="http://schemas.microsoft.com/office/powerpoint/2010/main" val="281731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6343" y="1829560"/>
            <a:ext cx="11274552" cy="4189472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977C927B-EA5B-4D38-B63B-A75272FB7D5F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9DA36B3-22EA-47CB-9DCD-C1A0BC2D23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9088" y="6168123"/>
            <a:ext cx="8925316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0F0699-528E-4D23-AAD0-9014222C8A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342" y="1418190"/>
            <a:ext cx="11274552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0" baseline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en-CA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7387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780239"/>
            <a:ext cx="11280656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Chapter slide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  <a:t>June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1872482-64B4-4335-8D70-254202E675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780239"/>
            <a:ext cx="11280656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Chapter slide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  <a:t>June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8ED46D-B54E-43F0-89F5-3D099793E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4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38912" y="780239"/>
            <a:ext cx="11280656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Chapter slide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  <a:t>June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752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/>
          <a:p>
            <a:r>
              <a:rPr lang="en-CA" noProof="0"/>
              <a:t>Slide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  <a:t>June 17, 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44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/>
          <a:p>
            <a:r>
              <a:rPr lang="en-CA" noProof="0"/>
              <a:t>Slide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  <a:t>June 17, 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CA64D4B-F13B-4926-B9D7-FE08922425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09088" y="6168123"/>
            <a:ext cx="8925316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</p:spTree>
    <p:extLst>
      <p:ext uri="{BB962C8B-B14F-4D97-AF65-F5344CB8AC3E}">
        <p14:creationId xmlns:p14="http://schemas.microsoft.com/office/powerpoint/2010/main" val="429415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/>
          <a:p>
            <a:r>
              <a:rPr lang="en-CA" noProof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434588"/>
            <a:ext cx="5551994" cy="458804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600"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902" y="1434191"/>
            <a:ext cx="5551994" cy="45924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600"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  <a:t>June 17, 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93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72437"/>
            <a:ext cx="11274553" cy="792167"/>
          </a:xfrm>
        </p:spPr>
        <p:txBody>
          <a:bodyPr/>
          <a:lstStyle>
            <a:lvl1pPr>
              <a:defRPr/>
            </a:lvl1pPr>
          </a:lstStyle>
          <a:p>
            <a:r>
              <a:rPr lang="en-CA" noProof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6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noProof="0"/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2" y="2126105"/>
            <a:ext cx="5550410" cy="390722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600"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1342" y="1435608"/>
            <a:ext cx="5550410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noProof="0"/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1342" y="2126105"/>
            <a:ext cx="5550410" cy="390722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600"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  <a:t>June 17, 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494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179" y="6170280"/>
            <a:ext cx="7575224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 </a:t>
            </a:r>
            <a:br>
              <a:rPr lang="en-CA" noProof="0"/>
            </a:br>
            <a:r>
              <a:rPr lang="en-CA" noProof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4CB9162-A3A0-44F6-935D-74BE0A712A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9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179" y="6170280"/>
            <a:ext cx="7575224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 </a:t>
            </a:r>
            <a:br>
              <a:rPr lang="en-CA" noProof="0"/>
            </a:br>
            <a:r>
              <a:rPr lang="en-CA" noProof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1AC771-EDD0-43F8-931F-3FCB47B618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0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179" y="6170280"/>
            <a:ext cx="7575224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AF97CD5-66AE-4EDA-8D23-A23D9D49A5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8165784" cy="792162"/>
          </a:xfrm>
        </p:spPr>
        <p:txBody>
          <a:bodyPr anchor="t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/>
            </a:lvl2pPr>
            <a:lvl3pPr marL="685800" indent="0">
              <a:buNone/>
              <a:defRPr/>
            </a:lvl3pPr>
            <a:lvl4pPr marL="1014984" indent="0">
              <a:buNone/>
              <a:defRPr/>
            </a:lvl4pPr>
            <a:lvl5pPr marL="1380744" indent="0">
              <a:buNone/>
              <a:defRPr/>
            </a:lvl5pPr>
          </a:lstStyle>
          <a:p>
            <a:pPr lvl="0"/>
            <a:r>
              <a:rPr lang="en-CA" noProof="0"/>
              <a:t>Title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 </a:t>
            </a:r>
            <a:br>
              <a:rPr lang="en-CA" noProof="0"/>
            </a:br>
            <a:r>
              <a:rPr lang="en-CA" noProof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FF132DD1-ED70-4BDF-9A73-CA79C3A1B7D9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38F0D64-3A18-458E-9DB0-82116D7EB0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9179" y="1434190"/>
            <a:ext cx="8163303" cy="45848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7C7414E-CE61-4213-A433-FEFE624889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179" y="6170280"/>
            <a:ext cx="7575224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0" y="36"/>
            <a:ext cx="3120272" cy="6857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AF97CD5-66AE-4EDA-8D23-A23D9D49A5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9180" y="475488"/>
            <a:ext cx="2463800" cy="792162"/>
          </a:xfrm>
        </p:spPr>
        <p:txBody>
          <a:bodyPr anchor="t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/>
            </a:lvl2pPr>
            <a:lvl3pPr marL="685800" indent="0">
              <a:buNone/>
              <a:defRPr/>
            </a:lvl3pPr>
            <a:lvl4pPr marL="1014984" indent="0">
              <a:buNone/>
              <a:defRPr/>
            </a:lvl4pPr>
            <a:lvl5pPr marL="1380744" indent="0">
              <a:buNone/>
              <a:defRPr/>
            </a:lvl5pPr>
          </a:lstStyle>
          <a:p>
            <a:pPr lvl="0"/>
            <a:r>
              <a:rPr lang="en-CA" noProof="0"/>
              <a:t>Title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6342" y="463843"/>
            <a:ext cx="2425329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Title </a:t>
            </a:r>
            <a:br>
              <a:rPr lang="en-CA" noProof="0"/>
            </a:br>
            <a:r>
              <a:rPr lang="en-CA" noProof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0895" y="7010398"/>
            <a:ext cx="447930" cy="45720"/>
          </a:xfrm>
        </p:spPr>
        <p:txBody>
          <a:bodyPr/>
          <a:lstStyle/>
          <a:p>
            <a:fld id="{2225BEF7-362C-47A2-99CE-F92BC52601A4}" type="datetime4">
              <a:rPr lang="en-CA" smtClean="0"/>
              <a:t>June 17,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51932F0-EBB7-48D2-9591-40F3F9E75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33315" y="475488"/>
            <a:ext cx="5207070" cy="792162"/>
          </a:xfrm>
        </p:spPr>
        <p:txBody>
          <a:bodyPr anchor="t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338328" indent="0">
              <a:buNone/>
              <a:defRPr/>
            </a:lvl2pPr>
            <a:lvl3pPr marL="685800" indent="0">
              <a:buNone/>
              <a:defRPr/>
            </a:lvl3pPr>
            <a:lvl4pPr marL="1014984" indent="0">
              <a:buNone/>
              <a:defRPr/>
            </a:lvl4pPr>
            <a:lvl5pPr marL="1380744" indent="0">
              <a:buNone/>
              <a:defRPr/>
            </a:lvl5pPr>
          </a:lstStyle>
          <a:p>
            <a:pPr lvl="0"/>
            <a:r>
              <a:rPr lang="en-CA" noProof="0"/>
              <a:t>Optional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456917-5A0D-4B01-9F9A-CC25458866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59180" y="1435608"/>
            <a:ext cx="2463800" cy="4597721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spcBef>
                <a:spcPts val="600"/>
              </a:spcBef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  <a:lvl6pPr>
              <a:spcBef>
                <a:spcPts val="600"/>
              </a:spcBef>
              <a:defRPr sz="1400"/>
            </a:lvl6pPr>
            <a:lvl7pPr>
              <a:spcBef>
                <a:spcPts val="600"/>
              </a:spcBef>
              <a:defRPr sz="1400"/>
            </a:lvl7pPr>
            <a:lvl8pPr>
              <a:spcBef>
                <a:spcPts val="600"/>
              </a:spcBef>
              <a:defRPr sz="1400"/>
            </a:lvl8pPr>
            <a:lvl9pPr>
              <a:spcBef>
                <a:spcPts val="600"/>
              </a:spcBef>
              <a:defRPr sz="1400"/>
            </a:lvl9pPr>
          </a:lstStyle>
          <a:p>
            <a:pPr lvl="0"/>
            <a:r>
              <a:rPr lang="en-CA" noProof="0"/>
              <a:t>Click to add body copy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  <a:p>
            <a:pPr lvl="5"/>
            <a:r>
              <a:rPr lang="en-CA" noProof="0"/>
              <a:t>Sixth level</a:t>
            </a:r>
          </a:p>
          <a:p>
            <a:pPr lvl="6"/>
            <a:r>
              <a:rPr lang="en-CA" noProof="0"/>
              <a:t>Seventh level</a:t>
            </a:r>
          </a:p>
          <a:p>
            <a:pPr lvl="7"/>
            <a:r>
              <a:rPr lang="en-CA" noProof="0"/>
              <a:t>Eighth level</a:t>
            </a:r>
          </a:p>
          <a:p>
            <a:pPr lvl="8"/>
            <a:r>
              <a:rPr lang="en-CA" noProof="0"/>
              <a:t>Ninth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063603-5807-4630-8EB7-C1EBC7302D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533316" y="1435608"/>
            <a:ext cx="5207580" cy="4597721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spcBef>
                <a:spcPts val="600"/>
              </a:spcBef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  <a:lvl6pPr>
              <a:spcBef>
                <a:spcPts val="600"/>
              </a:spcBef>
              <a:defRPr sz="1400"/>
            </a:lvl6pPr>
            <a:lvl7pPr>
              <a:spcBef>
                <a:spcPts val="600"/>
              </a:spcBef>
              <a:defRPr sz="1400"/>
            </a:lvl7pPr>
            <a:lvl8pPr>
              <a:spcBef>
                <a:spcPts val="600"/>
              </a:spcBef>
              <a:defRPr sz="1400"/>
            </a:lvl8pPr>
            <a:lvl9pPr>
              <a:spcBef>
                <a:spcPts val="600"/>
              </a:spcBef>
              <a:defRPr sz="1400"/>
            </a:lvl9pPr>
          </a:lstStyle>
          <a:p>
            <a:pPr lvl="0"/>
            <a:r>
              <a:rPr lang="en-CA" noProof="0"/>
              <a:t>Add body copy or click icon for other content options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  <a:p>
            <a:pPr lvl="5"/>
            <a:r>
              <a:rPr lang="en-CA" noProof="0"/>
              <a:t>Sixth level</a:t>
            </a:r>
          </a:p>
          <a:p>
            <a:pPr lvl="6"/>
            <a:r>
              <a:rPr lang="en-CA" noProof="0"/>
              <a:t>Seventh level</a:t>
            </a:r>
          </a:p>
          <a:p>
            <a:pPr lvl="7"/>
            <a:r>
              <a:rPr lang="en-CA" noProof="0"/>
              <a:t>Eighth level</a:t>
            </a:r>
          </a:p>
          <a:p>
            <a:pPr lvl="8"/>
            <a:r>
              <a:rPr lang="en-CA" noProof="0"/>
              <a:t>Ninth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BD404DE-B4C0-4E24-B00A-BCDC782B4E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8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  <a:t>June 17, 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76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  <a:t>June 17,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6C10AD-61AB-42BC-A53E-86B246DB64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688988" y="2108836"/>
            <a:ext cx="6810849" cy="264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7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342" y="472437"/>
            <a:ext cx="11274553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CA" noProof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3" y="1434190"/>
            <a:ext cx="11274552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  <a:p>
            <a:pPr lvl="5"/>
            <a:r>
              <a:rPr lang="en-CA" noProof="0"/>
              <a:t>Sixth level</a:t>
            </a:r>
          </a:p>
          <a:p>
            <a:pPr lvl="6"/>
            <a:r>
              <a:rPr lang="en-CA" noProof="0"/>
              <a:t>Seventh level</a:t>
            </a:r>
          </a:p>
          <a:p>
            <a:pPr lvl="7"/>
            <a:r>
              <a:rPr lang="en-CA" noProof="0"/>
              <a:t>Eighth level</a:t>
            </a:r>
          </a:p>
          <a:p>
            <a:pPr lvl="8"/>
            <a:r>
              <a:rPr lang="en-CA" noProof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40895" y="7010399"/>
            <a:ext cx="447930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  <a:t>June 17,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13" y="7010400"/>
            <a:ext cx="1128065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9993" y="6399283"/>
            <a:ext cx="283219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730163-33B5-4747-9B6A-0756DE3686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 bwMode="black">
          <a:xfrm>
            <a:off x="243673" y="6129600"/>
            <a:ext cx="1718093" cy="666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FFC16B-883E-4A5B-4F57-3DF26483386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9750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JP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2848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50" r:id="rId2"/>
    <p:sldLayoutId id="2147483683" r:id="rId3"/>
    <p:sldLayoutId id="2147483690" r:id="rId4"/>
    <p:sldLayoutId id="2147483701" r:id="rId5"/>
    <p:sldLayoutId id="2147483691" r:id="rId6"/>
    <p:sldLayoutId id="2147483695" r:id="rId7"/>
    <p:sldLayoutId id="2147483696" r:id="rId8"/>
    <p:sldLayoutId id="2147483697" r:id="rId9"/>
    <p:sldLayoutId id="2147483700" r:id="rId10"/>
    <p:sldLayoutId id="2147483654" r:id="rId11"/>
    <p:sldLayoutId id="2147483698" r:id="rId12"/>
    <p:sldLayoutId id="2147483652" r:id="rId13"/>
    <p:sldLayoutId id="2147483653" r:id="rId14"/>
    <p:sldLayoutId id="2147483705" r:id="rId15"/>
    <p:sldLayoutId id="2147483704" r:id="rId16"/>
    <p:sldLayoutId id="2147483692" r:id="rId17"/>
    <p:sldLayoutId id="2147483703" r:id="rId18"/>
    <p:sldLayoutId id="2147483655" r:id="rId19"/>
    <p:sldLayoutId id="214748366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744" indent="-237744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37744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2728" indent="-237744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09344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344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344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344" indent="-2286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87" userDrawn="1">
          <p15:clr>
            <a:srgbClr val="F26B43"/>
          </p15:clr>
        </p15:guide>
        <p15:guide id="4" pos="7391" userDrawn="1">
          <p15:clr>
            <a:srgbClr val="F26B43"/>
          </p15:clr>
        </p15:guide>
        <p15:guide id="5" orient="horz" pos="41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F114-45A1-6C52-97C6-920497195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13" y="737668"/>
            <a:ext cx="8052283" cy="3788432"/>
          </a:xfrm>
        </p:spPr>
        <p:txBody>
          <a:bodyPr>
            <a:normAutofit/>
          </a:bodyPr>
          <a:lstStyle/>
          <a:p>
            <a:r>
              <a:rPr kumimoji="1" lang="en-US" altLang="ja-JP" sz="5400" dirty="0"/>
              <a:t>Test Environment – Batch Operation proposal</a:t>
            </a:r>
            <a:endParaRPr kumimoji="1" lang="ja-JP" altLang="en-US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FB3A1-2355-5849-8D94-4C938D7E3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Balaji Ravi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CB1ED-776C-16D0-5B4F-F8812970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noProof="0" dirty="0"/>
              <a:t>June 17, 2026</a:t>
            </a:r>
          </a:p>
        </p:txBody>
      </p:sp>
    </p:spTree>
    <p:extLst>
      <p:ext uri="{BB962C8B-B14F-4D97-AF65-F5344CB8AC3E}">
        <p14:creationId xmlns:p14="http://schemas.microsoft.com/office/powerpoint/2010/main" val="417704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9CED5-7CF5-8678-E728-085FD3EACC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4209" y="199041"/>
            <a:ext cx="8165784" cy="807454"/>
          </a:xfrm>
        </p:spPr>
        <p:txBody>
          <a:bodyPr/>
          <a:lstStyle/>
          <a:p>
            <a:pPr fontAlgn="t">
              <a:lnSpc>
                <a:spcPts val="1500"/>
              </a:lnSpc>
            </a:pPr>
            <a:endParaRPr lang="en-JP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JP" b="1" dirty="0">
                <a:latin typeface="Calibri" panose="020F0502020204030204" pitchFamily="34" charset="0"/>
                <a:cs typeface="Calibri" panose="020F0502020204030204" pitchFamily="34" charset="0"/>
              </a:rPr>
              <a:t>Proposal: Transition of Test Environment Front System Batch</a:t>
            </a:r>
          </a:p>
          <a:p>
            <a:pPr fontAlgn="t">
              <a:lnSpc>
                <a:spcPts val="1500"/>
              </a:lnSpc>
            </a:pPr>
            <a:endParaRPr lang="en-JP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JP" b="1" dirty="0">
                <a:latin typeface="Calibri" panose="020F0502020204030204" pitchFamily="34" charset="0"/>
                <a:cs typeface="Calibri" panose="020F0502020204030204" pitchFamily="34" charset="0"/>
              </a:rPr>
              <a:t>Operations to GBO/GOCC</a:t>
            </a:r>
          </a:p>
          <a:p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651979-970C-D7CC-AEBC-9D8C77D7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Batch 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D0389-EF23-CE02-C187-F8F89F30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JP" smtClean="0"/>
              <a:t>2</a:t>
            </a:fld>
            <a:endParaRPr lang="en-JP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8C4F4-1846-8652-86C0-B5EC46FFF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208" y="1378816"/>
            <a:ext cx="8163303" cy="224346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fontAlgn="t">
              <a:lnSpc>
                <a:spcPts val="1500"/>
              </a:lnSpc>
              <a:buAutoNum type="arabicPeriod"/>
            </a:pPr>
            <a:r>
              <a:rPr lang="en-JP" sz="1600" b="1" dirty="0">
                <a:latin typeface="Segoe UI" panose="020B0502040204020203" pitchFamily="34" charset="0"/>
              </a:rPr>
              <a:t>Objective</a:t>
            </a:r>
          </a:p>
          <a:p>
            <a:pPr marL="0" indent="0" fontAlgn="t">
              <a:lnSpc>
                <a:spcPts val="1500"/>
              </a:lnSpc>
              <a:buNone/>
            </a:pPr>
            <a:endParaRPr lang="en-JP" sz="16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JP" sz="1600" dirty="0">
                <a:latin typeface="Segoe UI" panose="020B0502040204020203" pitchFamily="34" charset="0"/>
              </a:rPr>
              <a:t>To transition </a:t>
            </a:r>
            <a:r>
              <a:rPr lang="en-JP" sz="1600" b="1" dirty="0">
                <a:latin typeface="Segoe UI" panose="020B0502040204020203" pitchFamily="34" charset="0"/>
              </a:rPr>
              <a:t>test environment front-system batch operations</a:t>
            </a:r>
            <a:r>
              <a:rPr lang="en-JP" sz="1600" dirty="0">
                <a:latin typeface="Segoe UI" panose="020B0502040204020203" pitchFamily="34" charset="0"/>
              </a:rPr>
              <a:t> (Front system – MLK, SCV, </a:t>
            </a:r>
          </a:p>
          <a:p>
            <a:pPr fontAlgn="t">
              <a:lnSpc>
                <a:spcPts val="1500"/>
              </a:lnSpc>
              <a:buNone/>
            </a:pPr>
            <a:endParaRPr lang="en-JP" sz="16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JP" sz="1600" dirty="0">
                <a:latin typeface="Segoe UI" panose="020B0502040204020203" pitchFamily="34" charset="0"/>
              </a:rPr>
              <a:t>AGW, SSW, P</a:t>
            </a:r>
            <a:r>
              <a:rPr lang="en-US" sz="1600" dirty="0" err="1">
                <a:latin typeface="Segoe UI" panose="020B0502040204020203" pitchFamily="34" charset="0"/>
              </a:rPr>
              <a:t>Aweb</a:t>
            </a:r>
            <a:r>
              <a:rPr lang="en-US" sz="1600" dirty="0">
                <a:latin typeface="Segoe UI" panose="020B0502040204020203" pitchFamily="34" charset="0"/>
              </a:rPr>
              <a:t>, WFI and BPM </a:t>
            </a:r>
            <a:r>
              <a:rPr lang="en-JP" sz="1600" dirty="0">
                <a:latin typeface="Segoe UI" panose="020B0502040204020203" pitchFamily="34" charset="0"/>
              </a:rPr>
              <a:t>) to </a:t>
            </a:r>
            <a:r>
              <a:rPr lang="en-JP" sz="1600" b="1" dirty="0">
                <a:latin typeface="Segoe UI" panose="020B0502040204020203" pitchFamily="34" charset="0"/>
              </a:rPr>
              <a:t>GBO/GOCC</a:t>
            </a:r>
            <a:r>
              <a:rPr lang="en-JP" sz="1600" dirty="0">
                <a:latin typeface="Segoe UI" panose="020B0502040204020203" pitchFamily="34" charset="0"/>
              </a:rPr>
              <a:t>, enabling:</a:t>
            </a:r>
          </a:p>
          <a:p>
            <a:pPr fontAlgn="t">
              <a:lnSpc>
                <a:spcPts val="1500"/>
              </a:lnSpc>
              <a:buNone/>
            </a:pPr>
            <a:endParaRPr lang="en-JP" sz="1600" dirty="0">
              <a:latin typeface="Segoe UI" panose="020B0502040204020203" pitchFamily="34" charset="0"/>
            </a:endParaRPr>
          </a:p>
          <a:p>
            <a:pPr lvl="1" fontAlgn="t"/>
            <a:r>
              <a:rPr lang="en-JP" sz="1600" dirty="0">
                <a:latin typeface="Segoe UI" panose="020B0502040204020203" pitchFamily="34" charset="0"/>
              </a:rPr>
              <a:t>Standardization of repeatable L0/L1 activities</a:t>
            </a:r>
          </a:p>
          <a:p>
            <a:pPr lvl="1" fontAlgn="t"/>
            <a:r>
              <a:rPr lang="en-JP" sz="1600" dirty="0">
                <a:latin typeface="Segoe UI" panose="020B0502040204020203" pitchFamily="34" charset="0"/>
              </a:rPr>
              <a:t>Improved operational efficiency</a:t>
            </a:r>
          </a:p>
          <a:p>
            <a:pPr lvl="1" fontAlgn="t"/>
            <a:r>
              <a:rPr lang="en-JP" sz="1600" dirty="0">
                <a:latin typeface="Segoe UI" panose="020B0502040204020203" pitchFamily="34" charset="0"/>
              </a:rPr>
              <a:t>Capacity release for critical modernization initiatives</a:t>
            </a:r>
          </a:p>
          <a:p>
            <a:pPr fontAlgn="t">
              <a:lnSpc>
                <a:spcPts val="1500"/>
              </a:lnSpc>
              <a:buNone/>
            </a:pPr>
            <a:endParaRPr lang="en-JP" sz="16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JP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JP" sz="1050" dirty="0">
              <a:latin typeface="Segoe UI" panose="020B0502040204020203" pitchFamily="34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2AFB762-AF30-3A81-0FA3-E64E82E7E1F2}"/>
              </a:ext>
            </a:extLst>
          </p:cNvPr>
          <p:cNvSpPr txBox="1">
            <a:spLocks/>
          </p:cNvSpPr>
          <p:nvPr/>
        </p:nvSpPr>
        <p:spPr>
          <a:xfrm>
            <a:off x="3284209" y="3844052"/>
            <a:ext cx="8163303" cy="2333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37744" indent="-237744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934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934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934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9344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lnSpc>
                <a:spcPts val="1500"/>
              </a:lnSpc>
              <a:buFont typeface="Arial" panose="020B0604020202020204" pitchFamily="34" charset="0"/>
              <a:buNone/>
            </a:pPr>
            <a:endParaRPr lang="en-JP" sz="16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None/>
            </a:pPr>
            <a:r>
              <a:rPr lang="en-JP" sz="1600" b="1" dirty="0">
                <a:latin typeface="Segoe UI" panose="020B0502040204020203" pitchFamily="34" charset="0"/>
              </a:rPr>
              <a:t>2. Key Observations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None/>
            </a:pPr>
            <a:endParaRPr lang="en-JP" sz="1600" b="1" dirty="0">
              <a:latin typeface="Segoe UI" panose="020B0502040204020203" pitchFamily="34" charset="0"/>
            </a:endParaRPr>
          </a:p>
          <a:p>
            <a:pPr marL="342900" indent="-342900" fontAlgn="t">
              <a:buFont typeface="+mj-lt"/>
              <a:buAutoNum type="arabicPeriod"/>
            </a:pPr>
            <a:r>
              <a:rPr lang="en-JP" sz="1400" dirty="0">
                <a:latin typeface="Segoe UI" panose="020B0502040204020203" pitchFamily="34" charset="0"/>
              </a:rPr>
              <a:t>Work is </a:t>
            </a:r>
            <a:r>
              <a:rPr lang="en-JP" sz="1400" b="1" dirty="0">
                <a:latin typeface="Segoe UI" panose="020B0502040204020203" pitchFamily="34" charset="0"/>
              </a:rPr>
              <a:t>repetitive, request-driven, and operational in nature</a:t>
            </a:r>
            <a:endParaRPr lang="en-JP" sz="1400" dirty="0">
              <a:latin typeface="Segoe UI" panose="020B0502040204020203" pitchFamily="34" charset="0"/>
            </a:endParaRPr>
          </a:p>
          <a:p>
            <a:pPr marL="342900" indent="-342900" fontAlgn="t">
              <a:buFont typeface="+mj-lt"/>
              <a:buAutoNum type="arabicPeriod"/>
            </a:pPr>
            <a:r>
              <a:rPr lang="en-JP" sz="1400" dirty="0">
                <a:latin typeface="Segoe UI" panose="020B0502040204020203" pitchFamily="34" charset="0"/>
              </a:rPr>
              <a:t>Activities align largely with: 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en-JP" sz="1400" b="1" dirty="0">
                <a:latin typeface="Segoe UI" panose="020B0502040204020203" pitchFamily="34" charset="0"/>
              </a:rPr>
              <a:t>L0 (repetitive execution, predefined tasks)</a:t>
            </a:r>
            <a:endParaRPr lang="en-JP" sz="1400" dirty="0">
              <a:latin typeface="Segoe UI" panose="020B0502040204020203" pitchFamily="34" charset="0"/>
            </a:endParaRPr>
          </a:p>
          <a:p>
            <a:pPr marL="800100" lvl="1" indent="-342900" fontAlgn="t">
              <a:buFont typeface="+mj-lt"/>
              <a:buAutoNum type="arabicPeriod"/>
            </a:pPr>
            <a:r>
              <a:rPr lang="en-JP" sz="1400" b="1" dirty="0">
                <a:latin typeface="Segoe UI" panose="020B0502040204020203" pitchFamily="34" charset="0"/>
              </a:rPr>
              <a:t>L1 (basic operational support &amp; coordination)</a:t>
            </a:r>
            <a:endParaRPr lang="en-JP" sz="1400" dirty="0">
              <a:latin typeface="Segoe UI" panose="020B0502040204020203" pitchFamily="34" charset="0"/>
            </a:endParaRPr>
          </a:p>
          <a:p>
            <a:pPr marL="342900" indent="-342900" fontAlgn="t">
              <a:buFont typeface="+mj-lt"/>
              <a:buAutoNum type="arabicPeriod"/>
            </a:pPr>
            <a:r>
              <a:rPr lang="en-JP" sz="1400" dirty="0">
                <a:latin typeface="Segoe UI" panose="020B0502040204020203" pitchFamily="34" charset="0"/>
              </a:rPr>
              <a:t>Significant dependency on </a:t>
            </a:r>
            <a:r>
              <a:rPr lang="en-JP" sz="1400" b="1" dirty="0">
                <a:latin typeface="Segoe UI" panose="020B0502040204020203" pitchFamily="34" charset="0"/>
              </a:rPr>
              <a:t>individual knowledge (no documentation baseline)</a:t>
            </a:r>
          </a:p>
          <a:p>
            <a:pPr marL="342900" indent="-342900" fontAlgn="t">
              <a:buFont typeface="+mj-lt"/>
              <a:buAutoNum type="arabicPeriod"/>
            </a:pPr>
            <a:r>
              <a:rPr lang="en-JP" sz="1400" dirty="0">
                <a:latin typeface="Segoe UI" panose="020B0502040204020203" pitchFamily="34" charset="0"/>
              </a:rPr>
              <a:t>Highly skilled engineering resources are engaged in </a:t>
            </a:r>
            <a:r>
              <a:rPr lang="en-JP" sz="1400" b="1" dirty="0">
                <a:latin typeface="Segoe UI" panose="020B0502040204020203" pitchFamily="34" charset="0"/>
              </a:rPr>
              <a:t>manual and repetitive activities</a:t>
            </a:r>
          </a:p>
          <a:p>
            <a:pPr marL="0" indent="0" fontAlgn="t">
              <a:buNone/>
            </a:pPr>
            <a:endParaRPr lang="en-JP" sz="1400" dirty="0">
              <a:latin typeface="Segoe UI" panose="020B0502040204020203" pitchFamily="34" charset="0"/>
            </a:endParaRPr>
          </a:p>
          <a:p>
            <a:pPr marL="338328" lvl="1" indent="0" fontAlgn="t">
              <a:buNone/>
            </a:pPr>
            <a:endParaRPr lang="en-JP" sz="16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None/>
            </a:pPr>
            <a:endParaRPr lang="en-JP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None/>
            </a:pPr>
            <a:endParaRPr lang="en-JP" sz="1050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32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B5618-67F9-50F8-D52F-A951498B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2" y="372141"/>
            <a:ext cx="11274553" cy="701748"/>
          </a:xfrm>
          <a:solidFill>
            <a:schemeClr val="accent1"/>
          </a:solidFill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GB" dirty="0"/>
              <a:t>Proposal : AS-IS vs TO-BE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7DEA5-C000-F8D6-9A6F-A9738901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ED98B2-5CFB-30AA-7E7F-A901DED01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250114"/>
              </p:ext>
            </p:extLst>
          </p:nvPr>
        </p:nvGraphicFramePr>
        <p:xfrm>
          <a:off x="466342" y="1580517"/>
          <a:ext cx="4509312" cy="4583475"/>
        </p:xfrm>
        <a:graphic>
          <a:graphicData uri="http://schemas.openxmlformats.org/drawingml/2006/table">
            <a:tbl>
              <a:tblPr/>
              <a:tblGrid>
                <a:gridCol w="4509312">
                  <a:extLst>
                    <a:ext uri="{9D8B030D-6E8A-4147-A177-3AD203B41FA5}">
                      <a16:colId xmlns:a16="http://schemas.microsoft.com/office/drawing/2014/main" val="1312944407"/>
                    </a:ext>
                  </a:extLst>
                </a:gridCol>
              </a:tblGrid>
              <a:tr h="4583475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Current State (As-Is)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1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Based on the recent chat conversation, the current team is performing: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1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Key Activities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1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Execution of batch jobs in test environments (FT, SIT, UAT)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Handling ad-hoc batch requests from AQA/BA teams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Managing full lifecycle: </a:t>
                      </a:r>
                    </a:p>
                    <a:p>
                      <a:pPr marL="742950" lvl="1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Prerequisites &amp; execution conditions</a:t>
                      </a:r>
                    </a:p>
                    <a:p>
                      <a:pPr marL="742950" lvl="1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Input file preparation</a:t>
                      </a:r>
                    </a:p>
                    <a:p>
                      <a:pPr marL="742950" lvl="1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System date configuration</a:t>
                      </a:r>
                    </a:p>
                    <a:p>
                      <a:pPr marL="742950" lvl="1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Batch execution</a:t>
                      </a:r>
                    </a:p>
                    <a:p>
                      <a:pPr marL="742950" lvl="1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Output/result handoff to downstream systems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Supporting frequent environment configuration changes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Limited monitoring focus; execution-heavy workload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No standardized runbooks currently available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0658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7361FE-0631-7610-C61D-88F18FBD4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019707"/>
              </p:ext>
            </p:extLst>
          </p:nvPr>
        </p:nvGraphicFramePr>
        <p:xfrm>
          <a:off x="5890438" y="1580517"/>
          <a:ext cx="4497572" cy="4583474"/>
        </p:xfrm>
        <a:graphic>
          <a:graphicData uri="http://schemas.openxmlformats.org/drawingml/2006/table">
            <a:tbl>
              <a:tblPr/>
              <a:tblGrid>
                <a:gridCol w="4497572">
                  <a:extLst>
                    <a:ext uri="{9D8B030D-6E8A-4147-A177-3AD203B41FA5}">
                      <a16:colId xmlns:a16="http://schemas.microsoft.com/office/drawing/2014/main" val="622630352"/>
                    </a:ext>
                  </a:extLst>
                </a:gridCol>
              </a:tblGrid>
              <a:tr h="4583474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Proposed Solution (To-Be)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1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Transition Scope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1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Move the following activities to GBO/GOCC: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1" i="0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Batch execution in test environments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Handling of recurring/ad-hoc batch requests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Validation of prerequisites and input files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Execution monitoring and reporting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1" i="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Coordination for output delivery to dependent systems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204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09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B066-AB58-4411-54DE-C5B683C06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901C13-BF53-6DB0-879C-5C081999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2" y="372141"/>
            <a:ext cx="11274553" cy="701748"/>
          </a:xfrm>
          <a:solidFill>
            <a:schemeClr val="accent1"/>
          </a:solidFill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GB" dirty="0"/>
              <a:t>Benefits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D06BF-D3F3-623E-4EBC-7CD4C76A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6CBD71-5D72-41F2-AFAE-B236AE2F1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929881"/>
              </p:ext>
            </p:extLst>
          </p:nvPr>
        </p:nvGraphicFramePr>
        <p:xfrm>
          <a:off x="466342" y="1580517"/>
          <a:ext cx="4945630" cy="4975860"/>
        </p:xfrm>
        <a:graphic>
          <a:graphicData uri="http://schemas.openxmlformats.org/drawingml/2006/table">
            <a:tbl>
              <a:tblPr/>
              <a:tblGrid>
                <a:gridCol w="4945630">
                  <a:extLst>
                    <a:ext uri="{9D8B030D-6E8A-4147-A177-3AD203B41FA5}">
                      <a16:colId xmlns:a16="http://schemas.microsoft.com/office/drawing/2014/main" val="1312944407"/>
                    </a:ext>
                  </a:extLst>
                </a:gridCol>
              </a:tblGrid>
              <a:tr h="4583475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A. Strategic Benefits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Frees up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engineering bandwidth</a:t>
                      </a: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 for: </a:t>
                      </a:r>
                    </a:p>
                    <a:p>
                      <a:pPr marL="800100" lvl="1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>
                          <a:effectLst/>
                          <a:latin typeface="Segoe UI" panose="020B0502040204020203" pitchFamily="34" charset="0"/>
                        </a:rPr>
                        <a:t>Application modernization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800100" lvl="1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CI/CD and automation initiatives</a:t>
                      </a:r>
                    </a:p>
                    <a:p>
                      <a:pPr marL="800100" lvl="1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Architecture improvements</a:t>
                      </a:r>
                    </a:p>
                    <a:p>
                      <a:pPr marL="742950" lvl="1" indent="-28575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B. Operational Efficiency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Standardization of batch execution via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runbooks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Reduced dependency on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individual SMEs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Improved consistency and reliability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C. Cost Optimization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Transition of work to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lower-cost delivery model (GBO/GOCC)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Reduction in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manual effort duplication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Better utilization of specialized resources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C. Scalability &amp; Coverage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Ability to scale batch operation without increasing the core team size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Potential for extended coverage ( Time zone / Shift based operations)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JP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0658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2F183C-735F-26F2-123B-CC746509E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13125"/>
              </p:ext>
            </p:extLst>
          </p:nvPr>
        </p:nvGraphicFramePr>
        <p:xfrm>
          <a:off x="5677786" y="1587415"/>
          <a:ext cx="4710224" cy="4968962"/>
        </p:xfrm>
        <a:graphic>
          <a:graphicData uri="http://schemas.openxmlformats.org/drawingml/2006/table">
            <a:tbl>
              <a:tblPr/>
              <a:tblGrid>
                <a:gridCol w="4710224">
                  <a:extLst>
                    <a:ext uri="{9D8B030D-6E8A-4147-A177-3AD203B41FA5}">
                      <a16:colId xmlns:a16="http://schemas.microsoft.com/office/drawing/2014/main" val="622630352"/>
                    </a:ext>
                  </a:extLst>
                </a:gridCol>
              </a:tblGrid>
              <a:tr h="496896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E. Risk Reduction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Reduced risk from: </a:t>
                      </a:r>
                    </a:p>
                    <a:p>
                      <a:pPr marL="800100" lvl="1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Knowledge silos</a:t>
                      </a:r>
                    </a:p>
                    <a:p>
                      <a:pPr marL="800100" lvl="1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Manual execution errors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Improved audit readiness through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documented processes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F. Alignment with Enterprise Operating Model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GBO/GOCC is already handling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similar operational workloads in other markets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Leverages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existing operational maturity and frameworks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G. Quantifiable Impact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Reduction in manual effort for engineering team</a:t>
                      </a: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Capacity release to support </a:t>
                      </a:r>
                      <a:r>
                        <a:rPr lang="en-JP" sz="1400" b="1" i="0" dirty="0">
                          <a:effectLst/>
                          <a:latin typeface="Segoe UI" panose="020B0502040204020203" pitchFamily="34" charset="0"/>
                        </a:rPr>
                        <a:t>high-priority transformation initiatives</a:t>
                      </a:r>
                      <a:endParaRPr lang="en-JP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JP" sz="1400" b="0" i="0" dirty="0">
                          <a:effectLst/>
                          <a:latin typeface="Segoe UI" panose="020B0502040204020203" pitchFamily="34" charset="0"/>
                        </a:rPr>
                        <a:t>Improved turnaround time for batch execution requests (post-standardization)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204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03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0DC6-6E64-1E7B-16CD-C6EA6CC8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780239"/>
            <a:ext cx="11280656" cy="4771958"/>
          </a:xfrm>
        </p:spPr>
        <p:txBody>
          <a:bodyPr anchor="ctr">
            <a:normAutofit/>
          </a:bodyPr>
          <a:lstStyle/>
          <a:p>
            <a:r>
              <a:rPr lang="en-JP" dirty="0"/>
              <a:t>                                                          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9DA22-B430-E0BF-0A07-AB154954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9993" y="6399283"/>
            <a:ext cx="283219" cy="17569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BB333B34-C87C-402E-ABB0-13B7C9DEBBC4}" type="slidenum">
              <a:rPr lang="en-JP" smtClean="0"/>
              <a:pPr>
                <a:spcAft>
                  <a:spcPts val="600"/>
                </a:spcAft>
              </a:pPr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0368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nulife layouts">
  <a:themeElements>
    <a:clrScheme name="Theme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604584"/>
      </a:accent4>
      <a:accent5>
        <a:srgbClr val="F49600"/>
      </a:accent5>
      <a:accent6>
        <a:srgbClr val="06C7BA"/>
      </a:accent6>
      <a:hlink>
        <a:srgbClr val="0000C1"/>
      </a:hlink>
      <a:folHlink>
        <a:srgbClr val="0000C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363" indent="-233363" algn="l">
          <a:spcBef>
            <a:spcPts val="600"/>
          </a:spcBef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026722 - Corporate PPT Template_16x9_MP 1026722 E_0818_v14" id="{3527DC7A-8C8D-4E9E-9B6E-A1046016BC1D}" vid="{5393119F-6D4A-4296-9D2C-28F94A85A1E8}"/>
    </a:ext>
  </a:extLst>
</a:theme>
</file>

<file path=ppt/theme/theme2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15DE982D2D34DA7EE81823426BD7C" ma:contentTypeVersion="2" ma:contentTypeDescription="Create a new document." ma:contentTypeScope="" ma:versionID="9955eb2d039930b4affa79533418d6f9">
  <xsd:schema xmlns:xsd="http://www.w3.org/2001/XMLSchema" xmlns:xs="http://www.w3.org/2001/XMLSchema" xmlns:p="http://schemas.microsoft.com/office/2006/metadata/properties" xmlns:ns1="15883d83-7667-4be1-af85-c4d204bf6cd9" xmlns:ns2="http://schemas.microsoft.com/sharepoint/v3" xmlns:ns3="2e4fa2e9-954b-42f1-b9b9-f4ee83563ce3" xmlns:ns4="http://schemas.microsoft.com/sharepoint/v4" targetNamespace="http://schemas.microsoft.com/office/2006/metadata/properties" ma:root="true" ma:fieldsID="d8d17074d4d340855a9eadbd666d94e6" ns1:_="" ns2:_="" ns3:_="" ns4:_="">
    <xsd:import namespace="15883d83-7667-4be1-af85-c4d204bf6cd9"/>
    <xsd:import namespace="http://schemas.microsoft.com/sharepoint/v3"/>
    <xsd:import namespace="2e4fa2e9-954b-42f1-b9b9-f4ee83563ce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Reviewed2" minOccurs="0"/>
                <xsd:element ref="ns1:comment" minOccurs="0"/>
                <xsd:element ref="ns1:Approver" minOccurs="0"/>
                <xsd:element ref="ns1:Information" minOccurs="0"/>
                <xsd:element ref="ns1:_Flow_SignoffStatus" minOccurs="0"/>
                <xsd:element ref="ns1:_x627f__x8a8d_" minOccurs="0"/>
                <xsd:element ref="ns1:_x30ec__x30d3__x30e5__x30fc_" minOccurs="0"/>
                <xsd:element ref="ns1:Approved" minOccurs="0"/>
                <xsd:element ref="ns1:ViewItemURL" minOccurs="0"/>
                <xsd:element ref="ns1:EditItemURL" minOccurs="0"/>
                <xsd:element ref="ns1:MediaServiceAutoKeyPoints" minOccurs="0"/>
                <xsd:element ref="ns1:MediaServiceKeyPoints" minOccurs="0"/>
                <xsd:element ref="ns1:MediaServiceAutoTags" minOccurs="0"/>
                <xsd:element ref="ns1:MediaServiceGenerationTime" minOccurs="0"/>
                <xsd:element ref="ns1:MediaServiceEventHashCode" minOccurs="0"/>
                <xsd:element ref="ns1:MediaServiceOCR" minOccurs="0"/>
                <xsd:element ref="ns1:SharedWithUsers" minOccurs="0"/>
                <xsd:element ref="ns1:SharedWithDetails" minOccurs="0"/>
                <xsd:element ref="ns1:MediaServiceDateTaken" minOccurs="0"/>
                <xsd:element ref="ns1:MediaLengthInSeconds" minOccurs="0"/>
                <xsd:element ref="ns1:Doc_x0020_version" minOccurs="0"/>
                <xsd:element ref="ns1:MediaServiceLocation" minOccurs="0"/>
                <xsd:element ref="ns1:Preparedby" minOccurs="0"/>
                <xsd:element ref="ns1:NFFormData" minOccurs="0"/>
                <xsd:element ref="ns1:MediaServiceMetadata" minOccurs="0"/>
                <xsd:element ref="ns1:MediaServiceFastMetadata" minOccurs="0"/>
                <xsd:element ref="ns1:_x66f4__x65b0_" minOccurs="0"/>
                <xsd:element ref="ns1:Hyperlink" minOccurs="0"/>
                <xsd:element ref="ns1:Form_x0020_Data" minOccurs="0"/>
                <xsd:element ref="ns1:Reviewer" minOccurs="0"/>
                <xsd:element ref="ns1:Form_x0020_Data_x0020_Single" minOccurs="0"/>
                <xsd:element ref="ns1:Sign_x002d_Off" minOccurs="0"/>
                <xsd:element ref="ns1:TestHyperlink" minOccurs="0"/>
                <xsd:element ref="ns1:LastModified" minOccurs="0"/>
                <xsd:element ref="ns1:Form_x0020_Data_x0020_Single_x0020_Reviewer_x0020_test" minOccurs="0"/>
                <xsd:element ref="ns1:HyperLinkReview" minOccurs="0"/>
                <xsd:element ref="ns1:lcf76f155ced4ddcb4097134ff3c332f" minOccurs="0"/>
                <xsd:element ref="ns3:TaxCatchAll" minOccurs="0"/>
                <xsd:element ref="ns1:_x30b3__x30e1__x30f3__x30c8__x002f__x5099__x8003_" minOccurs="0"/>
                <xsd:element ref="ns1:_x30ec__x30d3__x30e5__x30fc__x002f__x30b5__x30a4__x30f3__x30aa__x30d5__x5831__x544a_" minOccurs="0"/>
                <xsd:element ref="ns4:IconOverlay" minOccurs="0"/>
                <xsd:element ref="ns2:_ip_UnifiedCompliancePolicyProperties" minOccurs="0"/>
                <xsd:element ref="ns2:_ip_UnifiedCompliancePolicyUIAction" minOccurs="0"/>
                <xsd:element ref="ns1:MediaServiceObjectDetectorVersions" minOccurs="0"/>
                <xsd:element ref="ns1:MediaServiceSearchProperties" minOccurs="0"/>
                <xsd:element ref="ns1:RichTextTable1" minOccurs="0"/>
                <xsd:element ref="ns1:RichTextTable2" minOccurs="0"/>
                <xsd:element ref="ns1:RichTextTable3" minOccurs="0"/>
                <xsd:element ref="ns1:RichTextTable4" minOccurs="0"/>
                <xsd:element ref="ns1:ItemID" minOccurs="0"/>
                <xsd:element ref="ns1:Last_x0020_Modified_x0020_User" minOccurs="0"/>
                <xsd:element ref="ns1:Last_x0020_Modified_x0020_Time" minOccurs="0"/>
                <xsd:element ref="ns1:RPAFlag" minOccurs="0"/>
                <xsd:element ref="ns1:Item_x0020_Created_x0020_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83d83-7667-4be1-af85-c4d204bf6cd9" elementFormDefault="qualified">
    <xsd:import namespace="http://schemas.microsoft.com/office/2006/documentManagement/types"/>
    <xsd:import namespace="http://schemas.microsoft.com/office/infopath/2007/PartnerControls"/>
    <xsd:element name="Reviewed2" ma:index="0" nillable="true" ma:displayName="Reviewed" ma:description="Mitsunao Taya" ma:format="Dropdown" ma:internalName="Reviewed2">
      <xsd:simpleType>
        <xsd:restriction base="dms:Note">
          <xsd:maxLength value="255"/>
        </xsd:restriction>
      </xsd:simpleType>
    </xsd:element>
    <xsd:element name="comment" ma:index="1" nillable="true" ma:displayName="Comment" ma:description="Internal column  name is column" ma:format="Dropdown" ma:internalName="comment">
      <xsd:simpleType>
        <xsd:restriction base="dms:Note">
          <xsd:maxLength value="255"/>
        </xsd:restriction>
      </xsd:simpleType>
    </xsd:element>
    <xsd:element name="Approver" ma:index="2" nillable="true" ma:displayName="Approve" ma:description="Intenal Name used as Approver in NIntex Form" ma:format="Dropdown" ma:internalName="Approver">
      <xsd:simpleType>
        <xsd:restriction base="dms:Note">
          <xsd:maxLength value="255"/>
        </xsd:restriction>
      </xsd:simpleType>
    </xsd:element>
    <xsd:element name="Information" ma:index="3" nillable="true" ma:displayName="Information" ma:internalName="Information" ma:readOnly="false">
      <xsd:simpleType>
        <xsd:restriction base="dms:Note">
          <xsd:maxLength value="255"/>
        </xsd:restriction>
      </xsd:simpleType>
    </xsd:element>
    <xsd:element name="_Flow_SignoffStatus" ma:index="4" nillable="true" ma:displayName="Sign-off status" ma:internalName="Sign_x002d_off_x0020_status" ma:readOnly="false">
      <xsd:simpleType>
        <xsd:restriction base="dms:Text"/>
      </xsd:simpleType>
    </xsd:element>
    <xsd:element name="_x627f__x8a8d_" ma:index="5" nillable="true" ma:displayName="承認" ma:description="Tadashi Kishida &lt;AQA&gt;" ma:format="Dropdown" ma:internalName="_x627f__x8a8d_" ma:readOnly="false">
      <xsd:simpleType>
        <xsd:restriction base="dms:Text">
          <xsd:maxLength value="255"/>
        </xsd:restriction>
      </xsd:simpleType>
    </xsd:element>
    <xsd:element name="_x30ec__x30d3__x30e5__x30fc_" ma:index="6" nillable="true" ma:displayName="レビュー" ma:description="レビュー / Approval SignOFF" ma:format="Dropdown" ma:internalName="_x30ec__x30d3__x30e5__x30fc_" ma:readOnly="false">
      <xsd:simpleType>
        <xsd:restriction base="dms:Note">
          <xsd:maxLength value="255"/>
        </xsd:restriction>
      </xsd:simpleType>
    </xsd:element>
    <xsd:element name="Approved" ma:index="7" nillable="true" ma:displayName="Approved" ma:internalName="Approved" ma:readOnly="false">
      <xsd:simpleType>
        <xsd:restriction base="dms:Note">
          <xsd:maxLength value="255"/>
        </xsd:restriction>
      </xsd:simpleType>
    </xsd:element>
    <xsd:element name="ViewItemURL" ma:index="10" nillable="true" ma:displayName="ViewItemURL" ma:internalName="ViewItemURL">
      <xsd:simpleType>
        <xsd:restriction base="dms:Text">
          <xsd:maxLength value="255"/>
        </xsd:restriction>
      </xsd:simpleType>
    </xsd:element>
    <xsd:element name="EditItemURL" ma:index="11" nillable="true" ma:displayName="EditItemURL" ma:internalName="EditItemURL">
      <xsd:simpleType>
        <xsd:restriction base="dms:Text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7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hidden="true" ma:internalName="MediaServiceOCR" ma:readOnly="true">
      <xsd:simpleType>
        <xsd:restriction base="dms:Note"/>
      </xsd:simple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Length (seconds)" ma:hidden="true" ma:internalName="MediaLengthInSeconds" ma:readOnly="true">
      <xsd:simpleType>
        <xsd:restriction base="dms:Unknown"/>
      </xsd:simpleType>
    </xsd:element>
    <xsd:element name="Doc_x0020_version" ma:index="28" nillable="true" ma:displayName="Doc version" ma:hidden="true" ma:internalName="Doc_x0020_version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Location" ma:index="29" nillable="true" ma:displayName="Location" ma:hidden="true" ma:internalName="MediaServiceLocation" ma:readOnly="true">
      <xsd:simpleType>
        <xsd:restriction base="dms:Text"/>
      </xsd:simpleType>
    </xsd:element>
    <xsd:element name="Preparedby" ma:index="30" nillable="true" ma:displayName="Prepared by" ma:format="Dropdown" ma:hidden="true" ma:internalName="Preparedby" ma:readOnly="false">
      <xsd:simpleType>
        <xsd:restriction base="dms:Text">
          <xsd:maxLength value="255"/>
        </xsd:restriction>
      </xsd:simpleType>
    </xsd:element>
    <xsd:element name="NFFormData" ma:index="31" nillable="true" ma:displayName="NFFormData" ma:hidden="true" ma:internalName="NFFormData" ma:readOnly="false">
      <xsd:simpleType>
        <xsd:restriction base="dms:Note"/>
      </xsd:simpleType>
    </xsd:element>
    <xsd:element name="MediaServiceMetadata" ma:index="3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3" nillable="true" ma:displayName="MediaServiceFastMetadata" ma:hidden="true" ma:internalName="MediaServiceFastMetadata" ma:readOnly="true">
      <xsd:simpleType>
        <xsd:restriction base="dms:Note"/>
      </xsd:simpleType>
    </xsd:element>
    <xsd:element name="_x66f4__x65b0_" ma:index="34" nillable="true" ma:displayName="更新" ma:format="DateOnly" ma:hidden="true" ma:internalName="_x66f4__x65b0_" ma:readOnly="false">
      <xsd:simpleType>
        <xsd:restriction base="dms:DateTime"/>
      </xsd:simpleType>
    </xsd:element>
    <xsd:element name="Hyperlink" ma:index="35" nillable="true" ma:displayName="Hyperlink" ma:internalName="Hyperlink">
      <xsd:simpleType>
        <xsd:restriction base="dms:Note">
          <xsd:maxLength value="255"/>
        </xsd:restriction>
      </xsd:simpleType>
    </xsd:element>
    <xsd:element name="Form_x0020_Data" ma:index="36" nillable="true" ma:displayName="Form Data" ma:internalName="Form_x0020_Data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Reviewer" ma:index="37" nillable="true" ma:displayName="Review" ma:description="Intenal Name used as Reviewer in NIntex Form" ma:internalName="Reviewer">
      <xsd:simpleType>
        <xsd:restriction base="dms:Note">
          <xsd:maxLength value="255"/>
        </xsd:restriction>
      </xsd:simpleType>
    </xsd:element>
    <xsd:element name="Form_x0020_Data_x0020_Single" ma:index="38" nillable="true" ma:displayName="Form Data Single" ma:internalName="Form_x0020_Data_x0020_Singl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ign_x002d_Off" ma:index="39" nillable="true" ma:displayName="Sign-Off" ma:internalName="Sign_x002d_Off">
      <xsd:simpleType>
        <xsd:restriction base="dms:Text">
          <xsd:maxLength value="255"/>
        </xsd:restriction>
      </xsd:simpleType>
    </xsd:element>
    <xsd:element name="TestHyperlink" ma:index="40" nillable="true" ma:displayName="TestHyperlink" ma:internalName="TestHyperlink">
      <xsd:simpleType>
        <xsd:restriction base="dms:Text">
          <xsd:maxLength value="255"/>
        </xsd:restriction>
      </xsd:simpleType>
    </xsd:element>
    <xsd:element name="LastModified" ma:index="41" nillable="true" ma:displayName="LastModified" ma:description="This column is used to update last modified when we run Form data workflow" ma:internalName="LastModified">
      <xsd:simpleType>
        <xsd:restriction base="dms:Text">
          <xsd:maxLength value="255"/>
        </xsd:restriction>
      </xsd:simpleType>
    </xsd:element>
    <xsd:element name="Form_x0020_Data_x0020_Single_x0020_Reviewer_x0020_test" ma:index="42" nillable="true" ma:displayName="Form Data Single Reviewer test" ma:internalName="Form_x0020_Data_x0020_Single_x0020_Reviewer_x0020_test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HyperLinkReview" ma:index="43" nillable="true" ma:displayName="HyperLinkReview" ma:format="Dropdown" ma:internalName="HyperLinkReview">
      <xsd:simpleType>
        <xsd:restriction base="dms:Note">
          <xsd:maxLength value="255"/>
        </xsd:restriction>
      </xsd:simpleType>
    </xsd:element>
    <xsd:element name="lcf76f155ced4ddcb4097134ff3c332f" ma:index="45" nillable="true" ma:taxonomy="true" ma:internalName="lcf76f155ced4ddcb4097134ff3c332f" ma:taxonomyFieldName="MediaServiceImageTags" ma:displayName="Image Tags" ma:readOnly="false" ma:fieldId="{5cf76f15-5ced-4ddc-b409-7134ff3c332f}" ma:taxonomyMulti="true" ma:sspId="2c039845-d277-466e-a9af-ee1ca770c9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30b3__x30e1__x30f3__x30c8__x002f__x5099__x8003_" ma:index="47" nillable="true" ma:displayName="コメント/備考" ma:description="SPOP old Site column (PMO Site)" ma:internalName="_x30b3__x30e1__x30f3__x30c8__x002f__x5099__x8003_">
      <xsd:simpleType>
        <xsd:restriction base="dms:Note">
          <xsd:maxLength value="255"/>
        </xsd:restriction>
      </xsd:simpleType>
    </xsd:element>
    <xsd:element name="_x30ec__x30d3__x30e5__x30fc__x002f__x30b5__x30a4__x30f3__x30aa__x30d5__x5831__x544a_" ma:index="48" nillable="true" ma:displayName="レビュー/サインオフ報告" ma:description="SPOP old site column (PMO Site)" ma:internalName="_x30ec__x30d3__x30e5__x30fc__x002f__x30b5__x30a4__x30f3__x30aa__x30d5__x5831__x544a_">
      <xsd:simpleType>
        <xsd:restriction base="dms:Text">
          <xsd:maxLength value="255"/>
        </xsd:restriction>
      </xsd:simpleType>
    </xsd:element>
    <xsd:element name="MediaServiceObjectDetectorVersions" ma:index="5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5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ichTextTable1" ma:index="54" nillable="true" ma:displayName="RichTextTable1" ma:internalName="RichTextTable1">
      <xsd:simpleType>
        <xsd:restriction base="dms:Note">
          <xsd:maxLength value="255"/>
        </xsd:restriction>
      </xsd:simpleType>
    </xsd:element>
    <xsd:element name="RichTextTable2" ma:index="55" nillable="true" ma:displayName="RichTextTable2" ma:internalName="RichTextTable2">
      <xsd:simpleType>
        <xsd:restriction base="dms:Note">
          <xsd:maxLength value="255"/>
        </xsd:restriction>
      </xsd:simpleType>
    </xsd:element>
    <xsd:element name="RichTextTable3" ma:index="56" nillable="true" ma:displayName="RichTextTable3" ma:internalName="RichTextTable3">
      <xsd:simpleType>
        <xsd:restriction base="dms:Note">
          <xsd:maxLength value="255"/>
        </xsd:restriction>
      </xsd:simpleType>
    </xsd:element>
    <xsd:element name="RichTextTable4" ma:index="57" nillable="true" ma:displayName="RichTextTable4" ma:internalName="RichTextTable4">
      <xsd:simpleType>
        <xsd:restriction base="dms:Note">
          <xsd:maxLength value="255"/>
        </xsd:restriction>
      </xsd:simpleType>
    </xsd:element>
    <xsd:element name="ItemID" ma:index="58" nillable="true" ma:displayName="ItemID" ma:internalName="ItemID">
      <xsd:simpleType>
        <xsd:restriction base="dms:Text">
          <xsd:maxLength value="255"/>
        </xsd:restriction>
      </xsd:simpleType>
    </xsd:element>
    <xsd:element name="Last_x0020_Modified_x0020_User" ma:index="59" nillable="true" ma:displayName="Last Modified User" ma:internalName="Last_x0020_Modified_x0020_User">
      <xsd:simpleType>
        <xsd:restriction base="dms:Text">
          <xsd:maxLength value="255"/>
        </xsd:restriction>
      </xsd:simpleType>
    </xsd:element>
    <xsd:element name="Last_x0020_Modified_x0020_Time" ma:index="60" nillable="true" ma:displayName="Last Modified Time" ma:internalName="Last_x0020_Modified_x0020_Time">
      <xsd:simpleType>
        <xsd:restriction base="dms:Text">
          <xsd:maxLength value="255"/>
        </xsd:restriction>
      </xsd:simpleType>
    </xsd:element>
    <xsd:element name="RPAFlag" ma:index="61" nillable="true" ma:displayName="RPAFlag" ma:internalName="RPAFlag">
      <xsd:simpleType>
        <xsd:restriction base="dms:Text">
          <xsd:maxLength value="255"/>
        </xsd:restriction>
      </xsd:simpleType>
    </xsd:element>
    <xsd:element name="Item_x0020_Created_x0020_By" ma:index="62" nillable="true" ma:displayName="Item Created By" ma:description="Used in New Doc Set creation Workflow using power automate" ma:list="UserInfo" ma:SharePointGroup="0" ma:internalName="Item_x0020_Created_x0020_By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5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4fa2e9-954b-42f1-b9b9-f4ee83563ce3" elementFormDefault="qualified">
    <xsd:import namespace="http://schemas.microsoft.com/office/2006/documentManagement/types"/>
    <xsd:import namespace="http://schemas.microsoft.com/office/infopath/2007/PartnerControls"/>
    <xsd:element name="TaxCatchAll" ma:index="46" nillable="true" ma:displayName="Taxonomy Catch All Column" ma:description="" ma:hidden="true" ma:list="{2b5c00f4-5f86-4907-a441-58f72f18ac50}" ma:internalName="TaxCatchAll" ma:showField="CatchAllData" ma:web="2e4fa2e9-954b-42f1-b9b9-f4ee83563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8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formation xmlns="15883d83-7667-4be1-af85-c4d204bf6cd9" xsi:nil="true"/>
    <Form_x0020_Data_x0020_Single xmlns="15883d83-7667-4be1-af85-c4d204bf6cd9">
      <Url xsi:nil="true"/>
      <Description xsi:nil="true"/>
    </Form_x0020_Data_x0020_Single>
    <HyperLinkReview xmlns="15883d83-7667-4be1-af85-c4d204bf6cd9" xsi:nil="true"/>
    <Item_x0020_Created_x0020_By xmlns="15883d83-7667-4be1-af85-c4d204bf6cd9">
      <UserInfo>
        <DisplayName/>
        <AccountId xsi:nil="true"/>
        <AccountType/>
      </UserInfo>
    </Item_x0020_Created_x0020_By>
    <NFFormData xmlns="15883d83-7667-4be1-af85-c4d204bf6cd9" xsi:nil="true"/>
    <TaxCatchAll xmlns="2e4fa2e9-954b-42f1-b9b9-f4ee83563ce3" xsi:nil="true"/>
    <_x30ec__x30d3__x30e5__x30fc__x002f__x30b5__x30a4__x30f3__x30aa__x30d5__x5831__x544a_ xmlns="15883d83-7667-4be1-af85-c4d204bf6cd9" xsi:nil="true"/>
    <_ip_UnifiedCompliancePolicyUIAction xmlns="http://schemas.microsoft.com/sharepoint/v3" xsi:nil="true"/>
    <RichTextTable2 xmlns="15883d83-7667-4be1-af85-c4d204bf6cd9" xsi:nil="true"/>
    <_x66f4__x65b0_ xmlns="15883d83-7667-4be1-af85-c4d204bf6cd9" xsi:nil="true"/>
    <Doc_x0020_version xmlns="15883d83-7667-4be1-af85-c4d204bf6cd9">
      <Url xsi:nil="true"/>
      <Description xsi:nil="true"/>
    </Doc_x0020_version>
    <comment xmlns="15883d83-7667-4be1-af85-c4d204bf6cd9" xsi:nil="true"/>
    <Approved xmlns="15883d83-7667-4be1-af85-c4d204bf6cd9" xsi:nil="true"/>
    <TestHyperlink xmlns="15883d83-7667-4be1-af85-c4d204bf6cd9" xsi:nil="true"/>
    <lcf76f155ced4ddcb4097134ff3c332f xmlns="15883d83-7667-4be1-af85-c4d204bf6cd9">
      <Terms xmlns="http://schemas.microsoft.com/office/infopath/2007/PartnerControls"/>
    </lcf76f155ced4ddcb4097134ff3c332f>
    <_x30b3__x30e1__x30f3__x30c8__x002f__x5099__x8003_ xmlns="15883d83-7667-4be1-af85-c4d204bf6cd9" xsi:nil="true"/>
    <RichTextTable3 xmlns="15883d83-7667-4be1-af85-c4d204bf6cd9" xsi:nil="true"/>
    <IconOverlay xmlns="http://schemas.microsoft.com/sharepoint/v4" xsi:nil="true"/>
    <Hyperlink xmlns="15883d83-7667-4be1-af85-c4d204bf6cd9" xsi:nil="true"/>
    <Sign_x002d_Off xmlns="15883d83-7667-4be1-af85-c4d204bf6cd9" xsi:nil="true"/>
    <Approver xmlns="15883d83-7667-4be1-af85-c4d204bf6cd9" xsi:nil="true"/>
    <Preparedby xmlns="15883d83-7667-4be1-af85-c4d204bf6cd9" xsi:nil="true"/>
    <ViewItemURL xmlns="15883d83-7667-4be1-af85-c4d204bf6cd9" xsi:nil="true"/>
    <_ip_UnifiedCompliancePolicyProperties xmlns="http://schemas.microsoft.com/sharepoint/v3" xsi:nil="true"/>
    <ItemID xmlns="15883d83-7667-4be1-af85-c4d204bf6cd9" xsi:nil="true"/>
    <_x627f__x8a8d_ xmlns="15883d83-7667-4be1-af85-c4d204bf6cd9" xsi:nil="true"/>
    <Reviewer xmlns="15883d83-7667-4be1-af85-c4d204bf6cd9" xsi:nil="true"/>
    <RPAFlag xmlns="15883d83-7667-4be1-af85-c4d204bf6cd9" xsi:nil="true"/>
    <Form_x0020_Data_x0020_Single_x0020_Reviewer_x0020_test xmlns="15883d83-7667-4be1-af85-c4d204bf6cd9">
      <Url xsi:nil="true"/>
      <Description xsi:nil="true"/>
    </Form_x0020_Data_x0020_Single_x0020_Reviewer_x0020_test>
    <Last_x0020_Modified_x0020_Time xmlns="15883d83-7667-4be1-af85-c4d204bf6cd9" xsi:nil="true"/>
    <Reviewed2 xmlns="15883d83-7667-4be1-af85-c4d204bf6cd9" xsi:nil="true"/>
    <_Flow_SignoffStatus xmlns="15883d83-7667-4be1-af85-c4d204bf6cd9" xsi:nil="true"/>
    <Form_x0020_Data xmlns="15883d83-7667-4be1-af85-c4d204bf6cd9">
      <Url xsi:nil="true"/>
      <Description xsi:nil="true"/>
    </Form_x0020_Data>
    <RichTextTable1 xmlns="15883d83-7667-4be1-af85-c4d204bf6cd9" xsi:nil="true"/>
    <RichTextTable4 xmlns="15883d83-7667-4be1-af85-c4d204bf6cd9" xsi:nil="true"/>
    <Last_x0020_Modified_x0020_User xmlns="15883d83-7667-4be1-af85-c4d204bf6cd9" xsi:nil="true"/>
    <EditItemURL xmlns="15883d83-7667-4be1-af85-c4d204bf6cd9" xsi:nil="true"/>
    <LastModified xmlns="15883d83-7667-4be1-af85-c4d204bf6cd9" xsi:nil="true"/>
    <_x30ec__x30d3__x30e5__x30fc_ xmlns="15883d83-7667-4be1-af85-c4d204bf6cd9" xsi:nil="true"/>
  </documentManagement>
</p:properties>
</file>

<file path=customXml/itemProps1.xml><?xml version="1.0" encoding="utf-8"?>
<ds:datastoreItem xmlns:ds="http://schemas.openxmlformats.org/officeDocument/2006/customXml" ds:itemID="{9AE4FCAC-8060-49BD-9AD0-780DF1CF3D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43081E-B202-4D82-A6BB-24FDDA9B05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883d83-7667-4be1-af85-c4d204bf6cd9"/>
    <ds:schemaRef ds:uri="http://schemas.microsoft.com/sharepoint/v3"/>
    <ds:schemaRef ds:uri="2e4fa2e9-954b-42f1-b9b9-f4ee83563ce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ABA9A1-3174-4C59-8056-C489815519BA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sharepoint/v3"/>
    <ds:schemaRef ds:uri="http://purl.org/dc/terms/"/>
    <ds:schemaRef ds:uri="http://schemas.microsoft.com/office/infopath/2007/PartnerControls"/>
    <ds:schemaRef ds:uri="http://schemas.microsoft.com/sharepoint/v4"/>
    <ds:schemaRef ds:uri="2e4fa2e9-954b-42f1-b9b9-f4ee83563ce3"/>
    <ds:schemaRef ds:uri="http://schemas.openxmlformats.org/package/2006/metadata/core-properties"/>
    <ds:schemaRef ds:uri="15883d83-7667-4be1-af85-c4d204bf6cd9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439</Words>
  <Application>Microsoft Macintosh PowerPoint</Application>
  <PresentationFormat>Custom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Segoe UI</vt:lpstr>
      <vt:lpstr>Manulife layouts</vt:lpstr>
      <vt:lpstr>Test Environment – Batch Operation proposal</vt:lpstr>
      <vt:lpstr>Batch Operations</vt:lpstr>
      <vt:lpstr>Proposal : AS-IS vs TO-BE</vt:lpstr>
      <vt:lpstr>Benefits</vt:lpstr>
      <vt:lpstr>                          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2024-11-11T04:07:46Z</dcterms:created>
  <dcterms:modified xsi:type="dcterms:W3CDTF">2026-06-18T02:17:19Z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0x010100A2B15DE982D2D34DA7EE81823426BD7C</vt:lpwstr>
  </property>
  <property fmtid="{D5CDD505-2E9C-101B-9397-08002B2CF9AE}" pid="3" name="MediaServiceImageTags">
    <vt:lpwstr/>
  </property>
  <property fmtid="{D5CDD505-2E9C-101B-9397-08002B2CF9AE}" pid="4" name="MSIP_Label_5a27cab5-59e6-424d-abbb-227cd06504a3_Enabled">
    <vt:lpwstr>true</vt:lpwstr>
  </property>
  <property fmtid="{D5CDD505-2E9C-101B-9397-08002B2CF9AE}" pid="5" name="MSIP_Label_5a27cab5-59e6-424d-abbb-227cd06504a3_SetDate">
    <vt:lpwstr>2026-06-17T01:09:13Z</vt:lpwstr>
  </property>
  <property fmtid="{D5CDD505-2E9C-101B-9397-08002B2CF9AE}" pid="6" name="MSIP_Label_5a27cab5-59e6-424d-abbb-227cd06504a3_Method">
    <vt:lpwstr>Privileged</vt:lpwstr>
  </property>
  <property fmtid="{D5CDD505-2E9C-101B-9397-08002B2CF9AE}" pid="7" name="MSIP_Label_5a27cab5-59e6-424d-abbb-227cd06504a3_Name">
    <vt:lpwstr>INTERNAL v2</vt:lpwstr>
  </property>
  <property fmtid="{D5CDD505-2E9C-101B-9397-08002B2CF9AE}" pid="8" name="MSIP_Label_5a27cab5-59e6-424d-abbb-227cd06504a3_SiteId">
    <vt:lpwstr>5d3e2773-e07f-4432-a630-1a0f68a28a05</vt:lpwstr>
  </property>
  <property fmtid="{D5CDD505-2E9C-101B-9397-08002B2CF9AE}" pid="9" name="MSIP_Label_5a27cab5-59e6-424d-abbb-227cd06504a3_ActionId">
    <vt:lpwstr>5645f9c6-0cdc-4176-b9be-ccd690b3d0f6</vt:lpwstr>
  </property>
  <property fmtid="{D5CDD505-2E9C-101B-9397-08002B2CF9AE}" pid="10" name="MSIP_Label_5a27cab5-59e6-424d-abbb-227cd06504a3_ContentBits">
    <vt:lpwstr>2</vt:lpwstr>
  </property>
  <property fmtid="{D5CDD505-2E9C-101B-9397-08002B2CF9AE}" pid="11" name="MSIP_Label_5a27cab5-59e6-424d-abbb-227cd06504a3_Tag">
    <vt:lpwstr>50, 0, 1, 1</vt:lpwstr>
  </property>
  <property fmtid="{D5CDD505-2E9C-101B-9397-08002B2CF9AE}" pid="12" name="ClassificationContentMarkingFooterLocations">
    <vt:lpwstr>Manulife layouts:8\Office Theme:8</vt:lpwstr>
  </property>
  <property fmtid="{D5CDD505-2E9C-101B-9397-08002B2CF9AE}" pid="13" name="ClassificationContentMarkingFooterText">
    <vt:lpwstr>INTERNAL</vt:lpwstr>
  </property>
</Properties>
</file>